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4" r:id="rId2"/>
    <p:sldId id="285" r:id="rId3"/>
    <p:sldId id="286" r:id="rId4"/>
  </p:sldIdLst>
  <p:sldSz cx="9144000" cy="5143500" type="screen16x9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38089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7617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14268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52357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1904467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285362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2666253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047146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883" autoAdjust="0"/>
  </p:normalViewPr>
  <p:slideViewPr>
    <p:cSldViewPr snapToGrid="0">
      <p:cViewPr varScale="1">
        <p:scale>
          <a:sx n="142" d="100"/>
          <a:sy n="142" d="100"/>
        </p:scale>
        <p:origin x="2310" y="114"/>
      </p:cViewPr>
      <p:guideLst>
        <p:guide orient="horz" pos="1620"/>
        <p:guide pos="287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738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F24D4-082E-4F97-B9C4-E0764843ED08}" type="datetimeFigureOut">
              <a:rPr lang="en-US" smtClean="0"/>
              <a:t>9/13/2024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1846263"/>
            <a:ext cx="8861425" cy="498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0275" y="7108825"/>
            <a:ext cx="7435850" cy="58150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738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A103F-2542-4944-B168-7D8A72187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61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/>
        </p:nvSpPr>
        <p:spPr>
          <a:xfrm>
            <a:off x="4705815" y="47801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656105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4685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Title Sli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68" y="4782676"/>
            <a:ext cx="1563597" cy="19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1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8" y="786357"/>
            <a:ext cx="8467725" cy="3709449"/>
          </a:xfrm>
        </p:spPr>
        <p:txBody>
          <a:bodyPr/>
          <a:lstStyle>
            <a:lvl1pPr>
              <a:spcBef>
                <a:spcPts val="667"/>
              </a:spcBef>
              <a:defRPr/>
            </a:lvl1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3375" y="889398"/>
            <a:ext cx="4157663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3438" y="889398"/>
            <a:ext cx="4157662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7"/>
            <a:ext cx="4040188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8" y="1631157"/>
            <a:ext cx="4041775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8"/>
          </a:xfrm>
        </p:spPr>
        <p:txBody>
          <a:bodyPr/>
          <a:lstStyle>
            <a:lvl1pPr marL="0" indent="0">
              <a:buNone/>
              <a:defRPr sz="1700"/>
            </a:lvl1pPr>
            <a:lvl2pPr marL="380895" indent="0">
              <a:buNone/>
              <a:defRPr sz="1000"/>
            </a:lvl2pPr>
            <a:lvl3pPr marL="761790" indent="0">
              <a:buNone/>
              <a:defRPr sz="800"/>
            </a:lvl3pPr>
            <a:lvl4pPr marL="1142683" indent="0">
              <a:buNone/>
              <a:defRPr sz="700"/>
            </a:lvl4pPr>
            <a:lvl5pPr marL="1523573" indent="0">
              <a:buNone/>
              <a:defRPr sz="700"/>
            </a:lvl5pPr>
            <a:lvl6pPr marL="1904467" indent="0">
              <a:buNone/>
              <a:defRPr sz="700"/>
            </a:lvl6pPr>
            <a:lvl7pPr marL="2285362" indent="0">
              <a:buNone/>
              <a:defRPr sz="700"/>
            </a:lvl7pPr>
            <a:lvl8pPr marL="2666253" indent="0">
              <a:buNone/>
              <a:defRPr sz="700"/>
            </a:lvl8pPr>
            <a:lvl9pPr marL="3047146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1775" y="107163"/>
            <a:ext cx="8458200" cy="6107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3378" y="794149"/>
            <a:ext cx="8467725" cy="370165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667503" y="4442792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700"/>
            </a:lvl1pPr>
          </a:lstStyle>
          <a:p>
            <a:pPr>
              <a:defRPr/>
            </a:pPr>
            <a:fld id="{B6C70261-DCF8-4A97-9502-E8EEF2364C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/>
        </p:nvCxnSpPr>
        <p:spPr>
          <a:xfrm>
            <a:off x="0" y="4656947"/>
            <a:ext cx="892889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31">
            <a:extLst>
              <a:ext uri="{FF2B5EF4-FFF2-40B4-BE49-F238E27FC236}">
                <a16:creationId xmlns:a16="http://schemas.microsoft.com/office/drawing/2014/main" id="{BBEA79FD-0CFB-464E-959F-0C18C6048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013" y="4646685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700" dirty="0">
                <a:cs typeface="+mn-cs"/>
              </a:rPr>
              <a:t>TI Confidential – NDA Restrictions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6" r:id="rId2"/>
    <p:sldLayoutId id="2147483735" r:id="rId3"/>
    <p:sldLayoutId id="2147483750" r:id="rId4"/>
    <p:sldLayoutId id="2147483709" r:id="rId5"/>
    <p:sldLayoutId id="2147483711" r:id="rId6"/>
    <p:sldLayoutId id="2147483712" r:id="rId7"/>
    <p:sldLayoutId id="2147483713" r:id="rId8"/>
    <p:sldLayoutId id="2147483715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5pPr>
      <a:lvl6pPr marL="380895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6pPr>
      <a:lvl7pPr marL="76179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7pPr>
      <a:lvl8pPr marL="114268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8pPr>
      <a:lvl9pPr marL="15235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9pPr>
    </p:titleStyle>
    <p:bodyStyle>
      <a:lvl1pPr marL="189124" indent="-189124" algn="l" rtl="0" eaLnBrk="1" fontAlgn="base" hangingPunct="1">
        <a:spcBef>
          <a:spcPts val="667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78763" indent="-194416" algn="l" rtl="0" eaLnBrk="1" fontAlgn="base" hangingPunct="1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711530" indent="-137548" algn="l" rtl="0" eaLnBrk="1" fontAlgn="base" hangingPunct="1">
        <a:spcBef>
          <a:spcPct val="15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</a:defRPr>
      </a:lvl3pPr>
      <a:lvl4pPr marL="1001168" indent="-194416" algn="l" rtl="0" eaLnBrk="1" fontAlgn="base" hangingPunct="1">
        <a:spcBef>
          <a:spcPct val="5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240546" indent="-144163" algn="l" rtl="0" eaLnBrk="1" fontAlgn="base" hangingPunct="1">
        <a:spcBef>
          <a:spcPct val="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1621441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6pPr>
      <a:lvl7pPr marL="2002336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7pPr>
      <a:lvl8pPr marL="2383230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8pPr>
      <a:lvl9pPr marL="2764124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5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9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2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6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 err="1">
                <a:solidFill>
                  <a:srgbClr val="FFFFFF"/>
                </a:solidFill>
                <a:latin typeface="Arial"/>
                <a:ea typeface="DejaVu Sans"/>
              </a:rPr>
              <a:t>FreeRTOS</a:t>
            </a: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 err="1">
                <a:solidFill>
                  <a:srgbClr val="FFFFFF"/>
                </a:solidFill>
                <a:latin typeface="Arial"/>
                <a:ea typeface="DejaVu Sans"/>
              </a:rPr>
              <a:t>FreeRTOS</a:t>
            </a: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501841" y="81725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717954"/>
            <a:ext cx="5574783" cy="859386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717954"/>
            <a:ext cx="119790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35036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098334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16838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599722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508562" y="1154504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964408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LwIP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ustomShape 15">
            <a:extLst>
              <a:ext uri="{FF2B5EF4-FFF2-40B4-BE49-F238E27FC236}">
                <a16:creationId xmlns:a16="http://schemas.microsoft.com/office/drawing/2014/main" id="{72044023-059A-4FA2-830A-F4A2A114345F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19BA375C-0037-455C-9403-5FAD7F7FFC3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441472" y="1837507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99154" y="1835591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956581" y="1844101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540797" y="1841166"/>
            <a:ext cx="50261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ustomShape 15">
            <a:extLst>
              <a:ext uri="{FF2B5EF4-FFF2-40B4-BE49-F238E27FC236}">
                <a16:creationId xmlns:a16="http://schemas.microsoft.com/office/drawing/2014/main" id="{2EBBEBDF-9CEF-4F01-838B-ADAC24958989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2823954" y="984066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EtherCAT</a:t>
            </a:r>
            <a:r>
              <a:rPr lang="en-US" sz="800" spc="-1" dirty="0">
                <a:solidFill>
                  <a:srgbClr val="000000"/>
                </a:solidFill>
              </a:rPr>
              <a:t>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3" name="CustomShape 24">
            <a:extLst>
              <a:ext uri="{FF2B5EF4-FFF2-40B4-BE49-F238E27FC236}">
                <a16:creationId xmlns:a16="http://schemas.microsoft.com/office/drawing/2014/main" id="{A226EB8A-8C3F-44B9-8C60-862D77809196}"/>
              </a:ext>
            </a:extLst>
          </p:cNvPr>
          <p:cNvSpPr/>
          <p:nvPr/>
        </p:nvSpPr>
        <p:spPr>
          <a:xfrm>
            <a:off x="3782761" y="1155498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Enet</a:t>
            </a:r>
            <a:r>
              <a:rPr lang="en-US" sz="800" spc="-1" dirty="0">
                <a:solidFill>
                  <a:srgbClr val="000000"/>
                </a:solidFill>
              </a:rPr>
              <a:t> ICSSG TAS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CustomShape 8">
            <a:extLst>
              <a:ext uri="{FF2B5EF4-FFF2-40B4-BE49-F238E27FC236}">
                <a16:creationId xmlns:a16="http://schemas.microsoft.com/office/drawing/2014/main" id="{9667EEB8-822C-4A89-B6DB-D245B26CD60A}"/>
              </a:ext>
            </a:extLst>
          </p:cNvPr>
          <p:cNvSpPr/>
          <p:nvPr/>
        </p:nvSpPr>
        <p:spPr>
          <a:xfrm>
            <a:off x="4532851" y="82114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Layer2 ICSSG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3782761" y="818841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CustomShape 24">
            <a:extLst>
              <a:ext uri="{FF2B5EF4-FFF2-40B4-BE49-F238E27FC236}">
                <a16:creationId xmlns:a16="http://schemas.microsoft.com/office/drawing/2014/main" id="{6F4A757B-67CF-408B-ACE0-82653B4CDB73}"/>
              </a:ext>
            </a:extLst>
          </p:cNvPr>
          <p:cNvSpPr/>
          <p:nvPr/>
        </p:nvSpPr>
        <p:spPr>
          <a:xfrm>
            <a:off x="4532851" y="117439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VLAN ICSSG</a:t>
            </a: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717954"/>
            <a:ext cx="87773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98390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52476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06418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0360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2258652" y="988313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BD18885D-0591-4655-9751-9A6EE4B0C3ED}"/>
              </a:ext>
            </a:extLst>
          </p:cNvPr>
          <p:cNvSpPr/>
          <p:nvPr/>
        </p:nvSpPr>
        <p:spPr>
          <a:xfrm>
            <a:off x="5346752" y="824037"/>
            <a:ext cx="739983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ICSSG </a:t>
            </a:r>
            <a:r>
              <a:rPr lang="en-US" sz="800" spc="-1" dirty="0" err="1">
                <a:solidFill>
                  <a:srgbClr val="000000"/>
                </a:solidFill>
              </a:rPr>
              <a:t>TCPServer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24">
            <a:extLst>
              <a:ext uri="{FF2B5EF4-FFF2-40B4-BE49-F238E27FC236}">
                <a16:creationId xmlns:a16="http://schemas.microsoft.com/office/drawing/2014/main" id="{10C5E4D1-B6D1-4144-8C18-D95B1E9677E2}"/>
              </a:ext>
            </a:extLst>
          </p:cNvPr>
          <p:cNvSpPr/>
          <p:nvPr/>
        </p:nvSpPr>
        <p:spPr>
          <a:xfrm>
            <a:off x="5342632" y="1177287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LWIP ICSSG</a:t>
            </a:r>
          </a:p>
        </p:txBody>
      </p:sp>
      <p:sp>
        <p:nvSpPr>
          <p:cNvPr id="59" name="CustomShape 15">
            <a:extLst>
              <a:ext uri="{FF2B5EF4-FFF2-40B4-BE49-F238E27FC236}">
                <a16:creationId xmlns:a16="http://schemas.microsoft.com/office/drawing/2014/main" id="{27C412CF-A645-442A-A325-31275374C607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AM263x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792274" y="2976642"/>
            <a:ext cx="3326914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3329406" y="3022992"/>
            <a:ext cx="16789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</a:rPr>
              <a:t>Driver Porting Layer (D</a:t>
            </a: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PL)</a:t>
            </a:r>
            <a:endParaRPr lang="en-IN" sz="8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3329407" y="2519894"/>
            <a:ext cx="596853" cy="30375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173149" y="3305533"/>
            <a:ext cx="835221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8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3318413" y="3312792"/>
            <a:ext cx="78847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 err="1">
                <a:solidFill>
                  <a:srgbClr val="FFFFFF"/>
                </a:solidFill>
                <a:latin typeface="Arial"/>
                <a:ea typeface="DejaVu Sans"/>
              </a:rPr>
              <a:t>FreeRTOS</a:t>
            </a: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 Kernel</a:t>
            </a:r>
            <a:endParaRPr lang="en-IN" sz="8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2585783" y="3164937"/>
            <a:ext cx="666364" cy="2811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FreeRTOS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POSIX 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1792273" y="1913489"/>
            <a:ext cx="3326915" cy="46402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1792274" y="2443091"/>
            <a:ext cx="3326915" cy="461326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2693922" y="2519894"/>
            <a:ext cx="596853" cy="301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792275" y="1378555"/>
            <a:ext cx="3326913" cy="46402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r>
              <a:rPr lang="en-IN" sz="1125" spc="-1" dirty="0">
                <a:latin typeface="Arial"/>
              </a:rPr>
              <a:t>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6209151" y="1378554"/>
            <a:ext cx="1197900" cy="22640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6307363" y="2488752"/>
            <a:ext cx="1001475" cy="19724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SysConfig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6300836" y="3211589"/>
            <a:ext cx="1001475" cy="28987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6307363" y="2803855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6307363" y="2081901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792272" y="3695067"/>
            <a:ext cx="3352381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6209151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502698" y="1451073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6300836" y="1670020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2999260" y="2021788"/>
            <a:ext cx="660291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LwIP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4411518" y="2516471"/>
            <a:ext cx="596853" cy="29668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3966039" y="2018632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29313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4773905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5240301" y="1378554"/>
            <a:ext cx="877730" cy="2264087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5240301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5330910" y="237008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3964541" y="2517829"/>
            <a:ext cx="411267" cy="303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800" spc="-1" dirty="0">
                <a:latin typeface="Arial"/>
              </a:rPr>
              <a:t>EMAC</a:t>
            </a:r>
            <a:endParaRPr lang="en-IN" sz="8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79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 err="1">
                <a:solidFill>
                  <a:srgbClr val="FFFFFF"/>
                </a:solidFill>
                <a:latin typeface="Arial"/>
                <a:ea typeface="DejaVu Sans"/>
              </a:rPr>
              <a:t>FreeRTOS</a:t>
            </a: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 err="1">
                <a:solidFill>
                  <a:srgbClr val="FFFFFF"/>
                </a:solidFill>
                <a:latin typeface="Arial"/>
                <a:ea typeface="DejaVu Sans"/>
              </a:rPr>
              <a:t>FreeRTOS</a:t>
            </a: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449638" y="115559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 dirty="0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964408"/>
            <a:ext cx="5574783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964406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85838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115268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50706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770312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02917" y="114982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1150682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LwIP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380004" y="1823794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25631" y="1830504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850135" y="1830504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414255" y="1841166"/>
            <a:ext cx="627648" cy="25556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4443448" y="1138430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EtherCAT</a:t>
            </a:r>
            <a:r>
              <a:rPr lang="en-US" sz="800" spc="-1" dirty="0">
                <a:solidFill>
                  <a:srgbClr val="000000"/>
                </a:solidFill>
              </a:rPr>
              <a:t>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5403107" y="11407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964408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1220980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702576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182727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62878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FFFFFF"/>
                </a:solidFill>
                <a:latin typeface="Arial"/>
              </a:rPr>
              <a:t>ENET MAC/Switch</a:t>
            </a: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3178613" y="1159337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13">
            <a:extLst>
              <a:ext uri="{FF2B5EF4-FFF2-40B4-BE49-F238E27FC236}">
                <a16:creationId xmlns:a16="http://schemas.microsoft.com/office/drawing/2014/main" id="{E677CD8D-C283-486B-81B1-842CA395B0FC}"/>
              </a:ext>
            </a:extLst>
          </p:cNvPr>
          <p:cNvSpPr/>
          <p:nvPr/>
        </p:nvSpPr>
        <p:spPr>
          <a:xfrm>
            <a:off x="3748433" y="1146963"/>
            <a:ext cx="62848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CustomShape 4">
            <a:extLst>
              <a:ext uri="{FF2B5EF4-FFF2-40B4-BE49-F238E27FC236}">
                <a16:creationId xmlns:a16="http://schemas.microsoft.com/office/drawing/2014/main" id="{14FA41DA-0494-4870-B5A4-B6D29DA9CC76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4">
            <a:extLst>
              <a:ext uri="{FF2B5EF4-FFF2-40B4-BE49-F238E27FC236}">
                <a16:creationId xmlns:a16="http://schemas.microsoft.com/office/drawing/2014/main" id="{5FC96578-D79B-445A-A1D8-8A8FE194703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51" name="CustomShape 15">
            <a:extLst>
              <a:ext uri="{FF2B5EF4-FFF2-40B4-BE49-F238E27FC236}">
                <a16:creationId xmlns:a16="http://schemas.microsoft.com/office/drawing/2014/main" id="{CCEE26B7-4B85-4CCD-A6E4-26E89EDBE7F3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CustomShape 15">
            <a:extLst>
              <a:ext uri="{FF2B5EF4-FFF2-40B4-BE49-F238E27FC236}">
                <a16:creationId xmlns:a16="http://schemas.microsoft.com/office/drawing/2014/main" id="{178C8F17-0652-4685-8891-8E108EA3F22B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EtherCAT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15">
            <a:extLst>
              <a:ext uri="{FF2B5EF4-FFF2-40B4-BE49-F238E27FC236}">
                <a16:creationId xmlns:a16="http://schemas.microsoft.com/office/drawing/2014/main" id="{4B6A03C8-4A8F-4F65-B513-E20BC5D52585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241264A-5F1F-44F7-91FC-AFCE8DC4ABC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64" name="CustomShape 15">
            <a:extLst>
              <a:ext uri="{FF2B5EF4-FFF2-40B4-BE49-F238E27FC236}">
                <a16:creationId xmlns:a16="http://schemas.microsoft.com/office/drawing/2014/main" id="{48498039-2E11-4029-916B-A89907CFA73D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4">
            <a:extLst>
              <a:ext uri="{FF2B5EF4-FFF2-40B4-BE49-F238E27FC236}">
                <a16:creationId xmlns:a16="http://schemas.microsoft.com/office/drawing/2014/main" id="{FFADBA20-B845-4B87-A060-0D567C5D7B73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30D4B83C-0642-40F3-B58E-D7629B644E49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698740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-new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efault Theme-new" id="{4B444CA8-5089-4C8C-A892-5383A8EDC2CD}" vid="{B9F702C9-368E-4FE6-9D0C-1E6C532F79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4086</TotalTime>
  <Words>405</Words>
  <Application>Microsoft Office PowerPoint</Application>
  <PresentationFormat>On-screen Show (16:9)</PresentationFormat>
  <Paragraphs>136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DejaVu Sans</vt:lpstr>
      <vt:lpstr>Default Theme-new</vt:lpstr>
      <vt:lpstr>Industrial Communications SDK | Component Mapping</vt:lpstr>
      <vt:lpstr>Industrial Communications SDK AM263x | Component Mapping</vt:lpstr>
      <vt:lpstr>Industrial Communications SDK | Component Mapping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A, Naresh</dc:creator>
  <cp:lastModifiedBy>Jayarajan, Prajith</cp:lastModifiedBy>
  <cp:revision>291</cp:revision>
  <dcterms:created xsi:type="dcterms:W3CDTF">2022-12-15T05:15:20Z</dcterms:created>
  <dcterms:modified xsi:type="dcterms:W3CDTF">2024-09-13T14:42:28Z</dcterms:modified>
</cp:coreProperties>
</file>