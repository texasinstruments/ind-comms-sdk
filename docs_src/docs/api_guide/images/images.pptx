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4" r:id="rId2"/>
    <p:sldId id="285" r:id="rId3"/>
    <p:sldId id="287" r:id="rId4"/>
    <p:sldId id="286" r:id="rId5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883" autoAdjust="0"/>
  </p:normalViewPr>
  <p:slideViewPr>
    <p:cSldViewPr snapToGrid="0">
      <p:cViewPr varScale="1">
        <p:scale>
          <a:sx n="130" d="100"/>
          <a:sy n="130" d="100"/>
        </p:scale>
        <p:origin x="1056" y="120"/>
      </p:cViewPr>
      <p:guideLst>
        <p:guide orient="horz" pos="1620"/>
        <p:guide pos="28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7397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7397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F24D4-082E-4F97-B9C4-E0764843ED08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1846263"/>
            <a:ext cx="8861425" cy="498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7108825"/>
            <a:ext cx="7435850" cy="58150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4030325"/>
            <a:ext cx="4029075" cy="7397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14030325"/>
            <a:ext cx="4029075" cy="7397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A103F-2542-4944-B168-7D8A72187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1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/>
        </p:nvSpPr>
        <p:spPr>
          <a:xfrm>
            <a:off x="4705815" y="47801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610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685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68" y="4782676"/>
            <a:ext cx="1563597" cy="19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1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3" y="444279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/>
        </p:nvCxnSpPr>
        <p:spPr>
          <a:xfrm>
            <a:off x="0" y="4656947"/>
            <a:ext cx="89288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BBEA79FD-0CFB-464E-959F-0C18C6048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013" y="4646685"/>
            <a:ext cx="2111375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179" tIns="38088" rIns="76179" bIns="3808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700" dirty="0">
                <a:cs typeface="+mn-cs"/>
              </a:rPr>
              <a:t>TI Confidential – NDA Restrictions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6" r:id="rId2"/>
    <p:sldLayoutId id="2147483735" r:id="rId3"/>
    <p:sldLayoutId id="2147483750" r:id="rId4"/>
    <p:sldLayoutId id="2147483709" r:id="rId5"/>
    <p:sldLayoutId id="2147483711" r:id="rId6"/>
    <p:sldLayoutId id="2147483712" r:id="rId7"/>
    <p:sldLayoutId id="2147483713" r:id="rId8"/>
    <p:sldLayoutId id="2147483715" r:id="rId9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1" fontAlgn="base" hangingPunct="1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29B-986F-4361-8441-2202045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75" y="107163"/>
            <a:ext cx="8458200" cy="610791"/>
          </a:xfrm>
        </p:spPr>
        <p:txBody>
          <a:bodyPr/>
          <a:lstStyle/>
          <a:p>
            <a:r>
              <a:rPr lang="en-US" sz="2400" dirty="0"/>
              <a:t>Industrial Communications SDK </a:t>
            </a:r>
            <a:r>
              <a:rPr lang="en-US" sz="2400" dirty="0">
                <a:solidFill>
                  <a:schemeClr val="tx1"/>
                </a:solidFill>
              </a:rPr>
              <a:t>| Component Mapping</a:t>
            </a:r>
          </a:p>
        </p:txBody>
      </p:sp>
      <p:sp>
        <p:nvSpPr>
          <p:cNvPr id="93" name="CustomShape 1">
            <a:extLst>
              <a:ext uri="{FF2B5EF4-FFF2-40B4-BE49-F238E27FC236}">
                <a16:creationId xmlns:a16="http://schemas.microsoft.com/office/drawing/2014/main" id="{F2BD7EF1-9939-4343-B882-9BB7D2B6DE8E}"/>
              </a:ext>
            </a:extLst>
          </p:cNvPr>
          <p:cNvSpPr/>
          <p:nvPr/>
        </p:nvSpPr>
        <p:spPr>
          <a:xfrm>
            <a:off x="585455" y="2976642"/>
            <a:ext cx="5564342" cy="666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OS Kernel</a:t>
            </a:r>
            <a:endParaRPr lang="en-IN" sz="1125" spc="-1" dirty="0">
              <a:latin typeface="Arial"/>
            </a:endParaRPr>
          </a:p>
        </p:txBody>
      </p:sp>
      <p:sp>
        <p:nvSpPr>
          <p:cNvPr id="94" name="CustomShape 3">
            <a:extLst>
              <a:ext uri="{FF2B5EF4-FFF2-40B4-BE49-F238E27FC236}">
                <a16:creationId xmlns:a16="http://schemas.microsoft.com/office/drawing/2014/main" id="{F396EB7B-63A1-4BA5-B2F2-757577BDD2A9}"/>
              </a:ext>
            </a:extLst>
          </p:cNvPr>
          <p:cNvSpPr/>
          <p:nvPr/>
        </p:nvSpPr>
        <p:spPr>
          <a:xfrm>
            <a:off x="2694450" y="3024342"/>
            <a:ext cx="3350358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lang="en-IN" sz="1000" spc="-1" dirty="0">
              <a:latin typeface="Arial"/>
            </a:endParaRPr>
          </a:p>
        </p:txBody>
      </p:sp>
      <p:sp>
        <p:nvSpPr>
          <p:cNvPr id="95" name="CustomShape 4">
            <a:extLst>
              <a:ext uri="{FF2B5EF4-FFF2-40B4-BE49-F238E27FC236}">
                <a16:creationId xmlns:a16="http://schemas.microsoft.com/office/drawing/2014/main" id="{EE1ED833-9B8E-42DE-862A-332B8BB6C59F}"/>
              </a:ext>
            </a:extLst>
          </p:cNvPr>
          <p:cNvSpPr/>
          <p:nvPr/>
        </p:nvSpPr>
        <p:spPr>
          <a:xfrm>
            <a:off x="1853987" y="2494076"/>
            <a:ext cx="587485" cy="31430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SOC Peripheral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CustomShape 5">
            <a:extLst>
              <a:ext uri="{FF2B5EF4-FFF2-40B4-BE49-F238E27FC236}">
                <a16:creationId xmlns:a16="http://schemas.microsoft.com/office/drawing/2014/main" id="{59C50511-9CD0-4024-89B9-50BB30830633}"/>
              </a:ext>
            </a:extLst>
          </p:cNvPr>
          <p:cNvSpPr/>
          <p:nvPr/>
        </p:nvSpPr>
        <p:spPr>
          <a:xfrm>
            <a:off x="4358243" y="3310092"/>
            <a:ext cx="1686565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lang="en-IN" sz="1000" spc="-1" dirty="0">
              <a:latin typeface="Arial"/>
            </a:endParaRPr>
          </a:p>
        </p:txBody>
      </p:sp>
      <p:sp>
        <p:nvSpPr>
          <p:cNvPr id="97" name="CustomShape 6">
            <a:extLst>
              <a:ext uri="{FF2B5EF4-FFF2-40B4-BE49-F238E27FC236}">
                <a16:creationId xmlns:a16="http://schemas.microsoft.com/office/drawing/2014/main" id="{4EC958E8-FC03-4C5C-9647-29B758349B13}"/>
              </a:ext>
            </a:extLst>
          </p:cNvPr>
          <p:cNvSpPr/>
          <p:nvPr/>
        </p:nvSpPr>
        <p:spPr>
          <a:xfrm>
            <a:off x="2694449" y="3310092"/>
            <a:ext cx="1570419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lang="en-IN" sz="1000" spc="-1" dirty="0">
              <a:latin typeface="Arial"/>
            </a:endParaRPr>
          </a:p>
        </p:txBody>
      </p:sp>
      <p:sp>
        <p:nvSpPr>
          <p:cNvPr id="98" name="CustomShape 7">
            <a:extLst>
              <a:ext uri="{FF2B5EF4-FFF2-40B4-BE49-F238E27FC236}">
                <a16:creationId xmlns:a16="http://schemas.microsoft.com/office/drawing/2014/main" id="{BBDFF6FF-96DF-415E-B361-BF5DECAA8CF2}"/>
              </a:ext>
            </a:extLst>
          </p:cNvPr>
          <p:cNvSpPr/>
          <p:nvPr/>
        </p:nvSpPr>
        <p:spPr>
          <a:xfrm>
            <a:off x="1444397" y="3024342"/>
            <a:ext cx="1156677" cy="5231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lang="en-IN" sz="1000" spc="-1" dirty="0">
              <a:latin typeface="Arial"/>
            </a:endParaRPr>
          </a:p>
        </p:txBody>
      </p:sp>
      <p:sp>
        <p:nvSpPr>
          <p:cNvPr id="99" name="CustomShape 8">
            <a:extLst>
              <a:ext uri="{FF2B5EF4-FFF2-40B4-BE49-F238E27FC236}">
                <a16:creationId xmlns:a16="http://schemas.microsoft.com/office/drawing/2014/main" id="{300ACF90-638E-45E4-AA50-B7E85398CF97}"/>
              </a:ext>
            </a:extLst>
          </p:cNvPr>
          <p:cNvSpPr/>
          <p:nvPr/>
        </p:nvSpPr>
        <p:spPr>
          <a:xfrm>
            <a:off x="1501841" y="817250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</a:rPr>
              <a:t>EtherNet</a:t>
            </a:r>
            <a:r>
              <a:rPr lang="en-US" sz="800" spc="-1">
                <a:solidFill>
                  <a:srgbClr val="000000"/>
                </a:solidFill>
              </a:rPr>
              <a:t>/IP</a:t>
            </a:r>
            <a:endParaRPr lang="en-IN" sz="800" spc="-1" dirty="0">
              <a:solidFill>
                <a:srgbClr val="000000"/>
              </a:solidFill>
            </a:endParaRPr>
          </a:p>
        </p:txBody>
      </p:sp>
      <p:sp>
        <p:nvSpPr>
          <p:cNvPr id="102" name="CustomShape 12">
            <a:extLst>
              <a:ext uri="{FF2B5EF4-FFF2-40B4-BE49-F238E27FC236}">
                <a16:creationId xmlns:a16="http://schemas.microsoft.com/office/drawing/2014/main" id="{F05CDA84-E504-4691-94C8-9C5429659CBF}"/>
              </a:ext>
            </a:extLst>
          </p:cNvPr>
          <p:cNvSpPr/>
          <p:nvPr/>
        </p:nvSpPr>
        <p:spPr>
          <a:xfrm>
            <a:off x="585454" y="1641714"/>
            <a:ext cx="5574783" cy="666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Protocol stacks</a:t>
            </a:r>
            <a:endParaRPr lang="en-IN" sz="1125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And Middleware</a:t>
            </a:r>
            <a:endParaRPr lang="en-IN" sz="1125" spc="-1">
              <a:latin typeface="Arial"/>
            </a:endParaRPr>
          </a:p>
        </p:txBody>
      </p:sp>
      <p:sp>
        <p:nvSpPr>
          <p:cNvPr id="103" name="CustomShape 14">
            <a:extLst>
              <a:ext uri="{FF2B5EF4-FFF2-40B4-BE49-F238E27FC236}">
                <a16:creationId xmlns:a16="http://schemas.microsoft.com/office/drawing/2014/main" id="{FCF98F88-D895-4FB6-B9A3-2730BEF3D422}"/>
              </a:ext>
            </a:extLst>
          </p:cNvPr>
          <p:cNvSpPr/>
          <p:nvPr/>
        </p:nvSpPr>
        <p:spPr>
          <a:xfrm>
            <a:off x="585455" y="2361492"/>
            <a:ext cx="5574783" cy="542925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Drivers </a:t>
            </a:r>
          </a:p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lang="en-IN" sz="1125" spc="-1" dirty="0">
                <a:latin typeface="Arial"/>
              </a:rPr>
              <a:t> </a:t>
            </a: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lang="en-IN" sz="1125" spc="-1" dirty="0">
              <a:latin typeface="Arial"/>
            </a:endParaRPr>
          </a:p>
        </p:txBody>
      </p:sp>
      <p:sp>
        <p:nvSpPr>
          <p:cNvPr id="104" name="CustomShape 15">
            <a:extLst>
              <a:ext uri="{FF2B5EF4-FFF2-40B4-BE49-F238E27FC236}">
                <a16:creationId xmlns:a16="http://schemas.microsoft.com/office/drawing/2014/main" id="{380BEEDE-BBC0-49D0-A027-E0BDA8EF854B}"/>
              </a:ext>
            </a:extLst>
          </p:cNvPr>
          <p:cNvSpPr/>
          <p:nvPr/>
        </p:nvSpPr>
        <p:spPr>
          <a:xfrm>
            <a:off x="1237834" y="2494494"/>
            <a:ext cx="584480" cy="31353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Board Peripheral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CustomShape 16">
            <a:extLst>
              <a:ext uri="{FF2B5EF4-FFF2-40B4-BE49-F238E27FC236}">
                <a16:creationId xmlns:a16="http://schemas.microsoft.com/office/drawing/2014/main" id="{4F3D06DA-9050-4F82-9322-CFBBA934B192}"/>
              </a:ext>
            </a:extLst>
          </p:cNvPr>
          <p:cNvSpPr/>
          <p:nvPr/>
        </p:nvSpPr>
        <p:spPr>
          <a:xfrm>
            <a:off x="585455" y="717954"/>
            <a:ext cx="5574783" cy="859386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lang="en-IN" sz="1125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lang="en-IN" sz="1125" spc="-1">
              <a:latin typeface="Arial"/>
            </a:endParaRPr>
          </a:p>
        </p:txBody>
      </p:sp>
      <p:sp>
        <p:nvSpPr>
          <p:cNvPr id="106" name="CustomShape 17">
            <a:extLst>
              <a:ext uri="{FF2B5EF4-FFF2-40B4-BE49-F238E27FC236}">
                <a16:creationId xmlns:a16="http://schemas.microsoft.com/office/drawing/2014/main" id="{A732682E-0FAC-4756-92C6-C873E4A1FBF8}"/>
              </a:ext>
            </a:extLst>
          </p:cNvPr>
          <p:cNvSpPr/>
          <p:nvPr/>
        </p:nvSpPr>
        <p:spPr>
          <a:xfrm>
            <a:off x="7214294" y="717954"/>
            <a:ext cx="1197900" cy="2924688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lang="en-IN" sz="1125" spc="-1">
              <a:latin typeface="Arial"/>
            </a:endParaRPr>
          </a:p>
        </p:txBody>
      </p:sp>
      <p:sp>
        <p:nvSpPr>
          <p:cNvPr id="107" name="CustomShape 18">
            <a:extLst>
              <a:ext uri="{FF2B5EF4-FFF2-40B4-BE49-F238E27FC236}">
                <a16:creationId xmlns:a16="http://schemas.microsoft.com/office/drawing/2014/main" id="{18303473-FA0C-4E6A-A716-8B344B585B1F}"/>
              </a:ext>
            </a:extLst>
          </p:cNvPr>
          <p:cNvSpPr/>
          <p:nvPr/>
        </p:nvSpPr>
        <p:spPr>
          <a:xfrm>
            <a:off x="7307669" y="2235036"/>
            <a:ext cx="1001475" cy="2891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SysConfig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19">
            <a:extLst>
              <a:ext uri="{FF2B5EF4-FFF2-40B4-BE49-F238E27FC236}">
                <a16:creationId xmlns:a16="http://schemas.microsoft.com/office/drawing/2014/main" id="{8EDCC865-568A-435E-BF7C-851D917BF793}"/>
              </a:ext>
            </a:extLst>
          </p:cNvPr>
          <p:cNvSpPr/>
          <p:nvPr/>
        </p:nvSpPr>
        <p:spPr>
          <a:xfrm>
            <a:off x="7307669" y="3098334"/>
            <a:ext cx="1001475" cy="4531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Code Composer Studio (</a:t>
            </a:r>
            <a:r>
              <a:rPr lang="en-US" sz="1000" spc="-1">
                <a:solidFill>
                  <a:srgbClr val="FFFFFF"/>
                </a:solidFill>
                <a:latin typeface="Arial"/>
              </a:rPr>
              <a:t>CCS)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CustomShape 20">
            <a:extLst>
              <a:ext uri="{FF2B5EF4-FFF2-40B4-BE49-F238E27FC236}">
                <a16:creationId xmlns:a16="http://schemas.microsoft.com/office/drawing/2014/main" id="{A0D9FC60-4F5B-4105-8563-5EFE48BD0569}"/>
              </a:ext>
            </a:extLst>
          </p:cNvPr>
          <p:cNvSpPr/>
          <p:nvPr/>
        </p:nvSpPr>
        <p:spPr>
          <a:xfrm>
            <a:off x="7307669" y="2616838"/>
            <a:ext cx="1001475" cy="38835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TI CLANG Compiler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ustomShape 21">
            <a:extLst>
              <a:ext uri="{FF2B5EF4-FFF2-40B4-BE49-F238E27FC236}">
                <a16:creationId xmlns:a16="http://schemas.microsoft.com/office/drawing/2014/main" id="{09D8FDC2-2E2B-4C96-9E1C-41CEC48BD62A}"/>
              </a:ext>
            </a:extLst>
          </p:cNvPr>
          <p:cNvSpPr/>
          <p:nvPr/>
        </p:nvSpPr>
        <p:spPr>
          <a:xfrm>
            <a:off x="7307669" y="1599722"/>
            <a:ext cx="1001475" cy="5391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TI Resource Explorer (</a:t>
            </a:r>
            <a:r>
              <a:rPr lang="en-US" sz="1000" spc="-1">
                <a:solidFill>
                  <a:srgbClr val="FFFFFF"/>
                </a:solidFill>
                <a:latin typeface="Arial"/>
              </a:rPr>
              <a:t>TIREX)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CustomShape 22">
            <a:extLst>
              <a:ext uri="{FF2B5EF4-FFF2-40B4-BE49-F238E27FC236}">
                <a16:creationId xmlns:a16="http://schemas.microsoft.com/office/drawing/2014/main" id="{EB428E7A-3FA5-49EF-BD88-DE4809590EBB}"/>
              </a:ext>
            </a:extLst>
          </p:cNvPr>
          <p:cNvSpPr/>
          <p:nvPr/>
        </p:nvSpPr>
        <p:spPr>
          <a:xfrm>
            <a:off x="585455" y="3695067"/>
            <a:ext cx="5564342" cy="3355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ARM A53, ARM R5F, ARM M4F + SOC peripherals + EVM peripherals</a:t>
            </a:r>
            <a:endParaRPr lang="en-IN" sz="1000" spc="-1" dirty="0">
              <a:latin typeface="Arial"/>
            </a:endParaRPr>
          </a:p>
        </p:txBody>
      </p:sp>
      <p:sp>
        <p:nvSpPr>
          <p:cNvPr id="112" name="CustomShape 23">
            <a:extLst>
              <a:ext uri="{FF2B5EF4-FFF2-40B4-BE49-F238E27FC236}">
                <a16:creationId xmlns:a16="http://schemas.microsoft.com/office/drawing/2014/main" id="{03A1A3BF-D144-4FDC-942A-8AA5E0B37952}"/>
              </a:ext>
            </a:extLst>
          </p:cNvPr>
          <p:cNvSpPr/>
          <p:nvPr/>
        </p:nvSpPr>
        <p:spPr>
          <a:xfrm>
            <a:off x="7214294" y="3702942"/>
            <a:ext cx="1197900" cy="3277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lang="en-IN" sz="1000" spc="-1" dirty="0">
              <a:latin typeface="Arial"/>
            </a:endParaRPr>
          </a:p>
        </p:txBody>
      </p:sp>
      <p:sp>
        <p:nvSpPr>
          <p:cNvPr id="113" name="CustomShape 24">
            <a:extLst>
              <a:ext uri="{FF2B5EF4-FFF2-40B4-BE49-F238E27FC236}">
                <a16:creationId xmlns:a16="http://schemas.microsoft.com/office/drawing/2014/main" id="{F7FC4F91-0E6E-4B6E-BF07-BC51B5C929A5}"/>
              </a:ext>
            </a:extLst>
          </p:cNvPr>
          <p:cNvSpPr/>
          <p:nvPr/>
        </p:nvSpPr>
        <p:spPr>
          <a:xfrm>
            <a:off x="1508562" y="1154504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EtherCAT</a:t>
            </a:r>
            <a:endParaRPr lang="en-IN" sz="800" spc="-1" dirty="0">
              <a:solidFill>
                <a:srgbClr val="000000"/>
              </a:solidFill>
            </a:endParaRPr>
          </a:p>
        </p:txBody>
      </p:sp>
      <p:sp>
        <p:nvSpPr>
          <p:cNvPr id="114" name="CustomShape 25">
            <a:extLst>
              <a:ext uri="{FF2B5EF4-FFF2-40B4-BE49-F238E27FC236}">
                <a16:creationId xmlns:a16="http://schemas.microsoft.com/office/drawing/2014/main" id="{DCFBB7F5-443D-4495-A25F-BDA3B199691F}"/>
              </a:ext>
            </a:extLst>
          </p:cNvPr>
          <p:cNvSpPr/>
          <p:nvPr/>
        </p:nvSpPr>
        <p:spPr>
          <a:xfrm>
            <a:off x="7305981" y="964408"/>
            <a:ext cx="1001475" cy="5391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SDK Tools (Flashing, Boot, …)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CustomShape 26">
            <a:extLst>
              <a:ext uri="{FF2B5EF4-FFF2-40B4-BE49-F238E27FC236}">
                <a16:creationId xmlns:a16="http://schemas.microsoft.com/office/drawing/2014/main" id="{448D405C-0F0C-446E-8E4D-572852DFD20C}"/>
              </a:ext>
            </a:extLst>
          </p:cNvPr>
          <p:cNvSpPr/>
          <p:nvPr/>
        </p:nvSpPr>
        <p:spPr>
          <a:xfrm>
            <a:off x="1683529" y="1808889"/>
            <a:ext cx="660291" cy="32451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LwIP  (TCP/UDP)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CustomShape 15">
            <a:extLst>
              <a:ext uri="{FF2B5EF4-FFF2-40B4-BE49-F238E27FC236}">
                <a16:creationId xmlns:a16="http://schemas.microsoft.com/office/drawing/2014/main" id="{F6FC5D3D-7F8F-4A27-81E5-BD63D465D11E}"/>
              </a:ext>
            </a:extLst>
          </p:cNvPr>
          <p:cNvSpPr/>
          <p:nvPr/>
        </p:nvSpPr>
        <p:spPr>
          <a:xfrm>
            <a:off x="3486073" y="2484514"/>
            <a:ext cx="579226" cy="31058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 FW HAL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ustomShape 15">
            <a:extLst>
              <a:ext uri="{FF2B5EF4-FFF2-40B4-BE49-F238E27FC236}">
                <a16:creationId xmlns:a16="http://schemas.microsoft.com/office/drawing/2014/main" id="{72044023-059A-4FA2-830A-F4A2A114345F}"/>
              </a:ext>
            </a:extLst>
          </p:cNvPr>
          <p:cNvSpPr/>
          <p:nvPr/>
        </p:nvSpPr>
        <p:spPr>
          <a:xfrm>
            <a:off x="4086752" y="2486694"/>
            <a:ext cx="706460" cy="31507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  <a:latin typeface="Arial"/>
              </a:rPr>
              <a:t>EtherNet</a:t>
            </a:r>
            <a:r>
              <a:rPr lang="en-US" sz="800" spc="-1" dirty="0">
                <a:solidFill>
                  <a:srgbClr val="000000"/>
                </a:solidFill>
                <a:latin typeface="Arial"/>
              </a:rPr>
              <a:t>/IP FW HAL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CustomShape 15">
            <a:extLst>
              <a:ext uri="{FF2B5EF4-FFF2-40B4-BE49-F238E27FC236}">
                <a16:creationId xmlns:a16="http://schemas.microsoft.com/office/drawing/2014/main" id="{19BA375C-0037-455C-9403-5FAD7F7FFC3C}"/>
              </a:ext>
            </a:extLst>
          </p:cNvPr>
          <p:cNvSpPr/>
          <p:nvPr/>
        </p:nvSpPr>
        <p:spPr>
          <a:xfrm>
            <a:off x="5533271" y="2489896"/>
            <a:ext cx="598130" cy="31507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00" spc="-1" dirty="0">
                <a:solidFill>
                  <a:srgbClr val="000000"/>
                </a:solidFill>
                <a:latin typeface="Arial"/>
                <a:ea typeface="DejaVu Sans"/>
              </a:rPr>
              <a:t>HSR/PRP FW HAL</a:t>
            </a:r>
            <a:endParaRPr lang="en-IN" sz="800" spc="-1" dirty="0">
              <a:latin typeface="Arial"/>
            </a:endParaRPr>
          </a:p>
        </p:txBody>
      </p:sp>
      <p:sp>
        <p:nvSpPr>
          <p:cNvPr id="122" name="CustomShape 13">
            <a:extLst>
              <a:ext uri="{FF2B5EF4-FFF2-40B4-BE49-F238E27FC236}">
                <a16:creationId xmlns:a16="http://schemas.microsoft.com/office/drawing/2014/main" id="{CB470632-7412-49E6-9251-4BC2A9470616}"/>
              </a:ext>
            </a:extLst>
          </p:cNvPr>
          <p:cNvSpPr/>
          <p:nvPr/>
        </p:nvSpPr>
        <p:spPr>
          <a:xfrm>
            <a:off x="2441472" y="1837507"/>
            <a:ext cx="660291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CustomShape 13">
            <a:extLst>
              <a:ext uri="{FF2B5EF4-FFF2-40B4-BE49-F238E27FC236}">
                <a16:creationId xmlns:a16="http://schemas.microsoft.com/office/drawing/2014/main" id="{82E17F80-BB62-4003-94D5-1DE033FF00FF}"/>
              </a:ext>
            </a:extLst>
          </p:cNvPr>
          <p:cNvSpPr/>
          <p:nvPr/>
        </p:nvSpPr>
        <p:spPr>
          <a:xfrm>
            <a:off x="3199154" y="1835591"/>
            <a:ext cx="661490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  <a:latin typeface="Arial"/>
              </a:rPr>
              <a:t>EtherNet</a:t>
            </a:r>
            <a:r>
              <a:rPr lang="en-US" sz="800" spc="-1" dirty="0">
                <a:solidFill>
                  <a:srgbClr val="000000"/>
                </a:solidFill>
                <a:latin typeface="Arial"/>
              </a:rPr>
              <a:t>/IP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CustomShape 13">
            <a:extLst>
              <a:ext uri="{FF2B5EF4-FFF2-40B4-BE49-F238E27FC236}">
                <a16:creationId xmlns:a16="http://schemas.microsoft.com/office/drawing/2014/main" id="{15F42B19-1522-4C34-8453-0A9DF926371C}"/>
              </a:ext>
            </a:extLst>
          </p:cNvPr>
          <p:cNvSpPr/>
          <p:nvPr/>
        </p:nvSpPr>
        <p:spPr>
          <a:xfrm>
            <a:off x="3956581" y="1844101"/>
            <a:ext cx="501106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>
                <a:solidFill>
                  <a:srgbClr val="000000"/>
                </a:solidFill>
                <a:latin typeface="Arial"/>
              </a:rPr>
              <a:t>IOLINK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CustomShape 13">
            <a:extLst>
              <a:ext uri="{FF2B5EF4-FFF2-40B4-BE49-F238E27FC236}">
                <a16:creationId xmlns:a16="http://schemas.microsoft.com/office/drawing/2014/main" id="{7D442C8E-9CEC-424B-B472-19C40537AC37}"/>
              </a:ext>
            </a:extLst>
          </p:cNvPr>
          <p:cNvSpPr/>
          <p:nvPr/>
        </p:nvSpPr>
        <p:spPr>
          <a:xfrm>
            <a:off x="4540797" y="1841166"/>
            <a:ext cx="502610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  <a:latin typeface="Arial"/>
              </a:rPr>
              <a:t>Profinet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CustomShape 13">
            <a:extLst>
              <a:ext uri="{FF2B5EF4-FFF2-40B4-BE49-F238E27FC236}">
                <a16:creationId xmlns:a16="http://schemas.microsoft.com/office/drawing/2014/main" id="{76E2259F-8B4D-4A90-824C-BD1005B007ED}"/>
              </a:ext>
            </a:extLst>
          </p:cNvPr>
          <p:cNvSpPr/>
          <p:nvPr/>
        </p:nvSpPr>
        <p:spPr>
          <a:xfrm>
            <a:off x="5123449" y="1844101"/>
            <a:ext cx="956745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 IOLINK Gateway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CustomShape 15">
            <a:extLst>
              <a:ext uri="{FF2B5EF4-FFF2-40B4-BE49-F238E27FC236}">
                <a16:creationId xmlns:a16="http://schemas.microsoft.com/office/drawing/2014/main" id="{2EBBEBDF-9CEF-4F01-838B-ADAC24958989}"/>
              </a:ext>
            </a:extLst>
          </p:cNvPr>
          <p:cNvSpPr/>
          <p:nvPr/>
        </p:nvSpPr>
        <p:spPr>
          <a:xfrm>
            <a:off x="4827394" y="2484515"/>
            <a:ext cx="678441" cy="31058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PROFINET</a:t>
            </a:r>
          </a:p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FW HAL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ustomShape 8">
            <a:extLst>
              <a:ext uri="{FF2B5EF4-FFF2-40B4-BE49-F238E27FC236}">
                <a16:creationId xmlns:a16="http://schemas.microsoft.com/office/drawing/2014/main" id="{002ED6A7-143E-4519-97EF-48B3D166EC5C}"/>
              </a:ext>
            </a:extLst>
          </p:cNvPr>
          <p:cNvSpPr/>
          <p:nvPr/>
        </p:nvSpPr>
        <p:spPr>
          <a:xfrm>
            <a:off x="2823954" y="984066"/>
            <a:ext cx="893130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EtherCAT IOLINK Gateway</a:t>
            </a:r>
            <a:endParaRPr lang="en-IN" sz="800" spc="-1" dirty="0">
              <a:solidFill>
                <a:srgbClr val="000000"/>
              </a:solidFill>
            </a:endParaRPr>
          </a:p>
        </p:txBody>
      </p:sp>
      <p:sp>
        <p:nvSpPr>
          <p:cNvPr id="133" name="CustomShape 24">
            <a:extLst>
              <a:ext uri="{FF2B5EF4-FFF2-40B4-BE49-F238E27FC236}">
                <a16:creationId xmlns:a16="http://schemas.microsoft.com/office/drawing/2014/main" id="{A226EB8A-8C3F-44B9-8C60-862D77809196}"/>
              </a:ext>
            </a:extLst>
          </p:cNvPr>
          <p:cNvSpPr/>
          <p:nvPr/>
        </p:nvSpPr>
        <p:spPr>
          <a:xfrm>
            <a:off x="3782761" y="1155498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</a:rPr>
              <a:t>Enet</a:t>
            </a:r>
            <a:r>
              <a:rPr lang="en-US" sz="800" spc="-1" dirty="0">
                <a:solidFill>
                  <a:srgbClr val="000000"/>
                </a:solidFill>
              </a:rPr>
              <a:t> ICSSG TAS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CustomShape 8">
            <a:extLst>
              <a:ext uri="{FF2B5EF4-FFF2-40B4-BE49-F238E27FC236}">
                <a16:creationId xmlns:a16="http://schemas.microsoft.com/office/drawing/2014/main" id="{9667EEB8-822C-4A89-B6DB-D245B26CD60A}"/>
              </a:ext>
            </a:extLst>
          </p:cNvPr>
          <p:cNvSpPr/>
          <p:nvPr/>
        </p:nvSpPr>
        <p:spPr>
          <a:xfrm>
            <a:off x="4532851" y="821144"/>
            <a:ext cx="744104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ENET Layer2 ICSSG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CustomShape 24">
            <a:extLst>
              <a:ext uri="{FF2B5EF4-FFF2-40B4-BE49-F238E27FC236}">
                <a16:creationId xmlns:a16="http://schemas.microsoft.com/office/drawing/2014/main" id="{1B94C8AB-5DBE-4042-BBD6-4983A154422B}"/>
              </a:ext>
            </a:extLst>
          </p:cNvPr>
          <p:cNvSpPr/>
          <p:nvPr/>
        </p:nvSpPr>
        <p:spPr>
          <a:xfrm>
            <a:off x="3782761" y="818841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HSR/PRP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CustomShape 24">
            <a:extLst>
              <a:ext uri="{FF2B5EF4-FFF2-40B4-BE49-F238E27FC236}">
                <a16:creationId xmlns:a16="http://schemas.microsoft.com/office/drawing/2014/main" id="{6F4A757B-67CF-408B-ACE0-82653B4CDB73}"/>
              </a:ext>
            </a:extLst>
          </p:cNvPr>
          <p:cNvSpPr/>
          <p:nvPr/>
        </p:nvSpPr>
        <p:spPr>
          <a:xfrm>
            <a:off x="4532851" y="1174394"/>
            <a:ext cx="744104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ENET VLAN ICSSG</a:t>
            </a:r>
          </a:p>
        </p:txBody>
      </p:sp>
      <p:sp>
        <p:nvSpPr>
          <p:cNvPr id="137" name="CustomShape 7">
            <a:extLst>
              <a:ext uri="{FF2B5EF4-FFF2-40B4-BE49-F238E27FC236}">
                <a16:creationId xmlns:a16="http://schemas.microsoft.com/office/drawing/2014/main" id="{63348C38-19BF-49D5-8C54-18BEAF892E69}"/>
              </a:ext>
            </a:extLst>
          </p:cNvPr>
          <p:cNvSpPr/>
          <p:nvPr/>
        </p:nvSpPr>
        <p:spPr>
          <a:xfrm>
            <a:off x="2634423" y="4173098"/>
            <a:ext cx="1114010" cy="33559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MCU + SDK </a:t>
            </a:r>
            <a:endParaRPr lang="en-IN" sz="1000" spc="-1" dirty="0">
              <a:latin typeface="Arial"/>
            </a:endParaRPr>
          </a:p>
        </p:txBody>
      </p:sp>
      <p:sp>
        <p:nvSpPr>
          <p:cNvPr id="138" name="CustomShape 15">
            <a:extLst>
              <a:ext uri="{FF2B5EF4-FFF2-40B4-BE49-F238E27FC236}">
                <a16:creationId xmlns:a16="http://schemas.microsoft.com/office/drawing/2014/main" id="{88907D93-095F-44B5-98AB-8FC3C08A34E4}"/>
              </a:ext>
            </a:extLst>
          </p:cNvPr>
          <p:cNvSpPr/>
          <p:nvPr/>
        </p:nvSpPr>
        <p:spPr>
          <a:xfrm>
            <a:off x="3912370" y="4173098"/>
            <a:ext cx="1114010" cy="335592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Industrial Communications SDK</a:t>
            </a:r>
          </a:p>
        </p:txBody>
      </p:sp>
      <p:sp>
        <p:nvSpPr>
          <p:cNvPr id="47" name="CustomShape 17">
            <a:extLst>
              <a:ext uri="{FF2B5EF4-FFF2-40B4-BE49-F238E27FC236}">
                <a16:creationId xmlns:a16="http://schemas.microsoft.com/office/drawing/2014/main" id="{4291FF05-F6CE-4A38-84EE-58927DBC4826}"/>
              </a:ext>
            </a:extLst>
          </p:cNvPr>
          <p:cNvSpPr/>
          <p:nvPr/>
        </p:nvSpPr>
        <p:spPr>
          <a:xfrm>
            <a:off x="6245444" y="717954"/>
            <a:ext cx="877730" cy="2924688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</a:rPr>
              <a:t>Firmware</a:t>
            </a:r>
            <a:endParaRPr lang="en-IN" sz="1125" spc="-1" dirty="0">
              <a:latin typeface="Arial"/>
            </a:endParaRPr>
          </a:p>
        </p:txBody>
      </p:sp>
      <p:sp>
        <p:nvSpPr>
          <p:cNvPr id="52" name="CustomShape 23">
            <a:extLst>
              <a:ext uri="{FF2B5EF4-FFF2-40B4-BE49-F238E27FC236}">
                <a16:creationId xmlns:a16="http://schemas.microsoft.com/office/drawing/2014/main" id="{7BCD0863-F6ED-4DC4-983E-37943352EE5E}"/>
              </a:ext>
            </a:extLst>
          </p:cNvPr>
          <p:cNvSpPr/>
          <p:nvPr/>
        </p:nvSpPr>
        <p:spPr>
          <a:xfrm>
            <a:off x="6245444" y="3702942"/>
            <a:ext cx="877730" cy="3277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ICSS</a:t>
            </a:r>
            <a:endParaRPr lang="en-IN" sz="1000" spc="-1" dirty="0">
              <a:latin typeface="Arial"/>
            </a:endParaRPr>
          </a:p>
        </p:txBody>
      </p:sp>
      <p:sp>
        <p:nvSpPr>
          <p:cNvPr id="54" name="CustomShape 8">
            <a:extLst>
              <a:ext uri="{FF2B5EF4-FFF2-40B4-BE49-F238E27FC236}">
                <a16:creationId xmlns:a16="http://schemas.microsoft.com/office/drawing/2014/main" id="{12F95B4D-3759-4104-8D58-EAF6518E9F95}"/>
              </a:ext>
            </a:extLst>
          </p:cNvPr>
          <p:cNvSpPr/>
          <p:nvPr/>
        </p:nvSpPr>
        <p:spPr>
          <a:xfrm>
            <a:off x="6335665" y="983904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  <a:latin typeface="Arial"/>
              </a:rPr>
              <a:t>EtherNet</a:t>
            </a:r>
            <a:r>
              <a:rPr lang="en-US" sz="800" spc="-1">
                <a:solidFill>
                  <a:srgbClr val="000000"/>
                </a:solidFill>
                <a:latin typeface="Arial"/>
              </a:rPr>
              <a:t>/IP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CustomShape 8">
            <a:extLst>
              <a:ext uri="{FF2B5EF4-FFF2-40B4-BE49-F238E27FC236}">
                <a16:creationId xmlns:a16="http://schemas.microsoft.com/office/drawing/2014/main" id="{D3B83D30-7279-4106-8E40-EC7C6D8CAA48}"/>
              </a:ext>
            </a:extLst>
          </p:cNvPr>
          <p:cNvSpPr/>
          <p:nvPr/>
        </p:nvSpPr>
        <p:spPr>
          <a:xfrm>
            <a:off x="6335666" y="1524769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CustomShape 8">
            <a:extLst>
              <a:ext uri="{FF2B5EF4-FFF2-40B4-BE49-F238E27FC236}">
                <a16:creationId xmlns:a16="http://schemas.microsoft.com/office/drawing/2014/main" id="{F066D251-BD10-4F66-97F8-912DA5134E01}"/>
              </a:ext>
            </a:extLst>
          </p:cNvPr>
          <p:cNvSpPr/>
          <p:nvPr/>
        </p:nvSpPr>
        <p:spPr>
          <a:xfrm>
            <a:off x="6343553" y="2064189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PROFINET</a:t>
            </a:r>
          </a:p>
        </p:txBody>
      </p:sp>
      <p:sp>
        <p:nvSpPr>
          <p:cNvPr id="57" name="CustomShape 8">
            <a:extLst>
              <a:ext uri="{FF2B5EF4-FFF2-40B4-BE49-F238E27FC236}">
                <a16:creationId xmlns:a16="http://schemas.microsoft.com/office/drawing/2014/main" id="{88B97E17-05DC-49D0-B861-F3FA96A2799E}"/>
              </a:ext>
            </a:extLst>
          </p:cNvPr>
          <p:cNvSpPr/>
          <p:nvPr/>
        </p:nvSpPr>
        <p:spPr>
          <a:xfrm>
            <a:off x="6335667" y="2603609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HSR</a:t>
            </a:r>
            <a:r>
              <a:rPr lang="en-IN" sz="800" spc="-1">
                <a:solidFill>
                  <a:srgbClr val="000000"/>
                </a:solidFill>
                <a:latin typeface="Arial"/>
              </a:rPr>
              <a:t>/PRP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CustomShape 8">
            <a:extLst>
              <a:ext uri="{FF2B5EF4-FFF2-40B4-BE49-F238E27FC236}">
                <a16:creationId xmlns:a16="http://schemas.microsoft.com/office/drawing/2014/main" id="{9B88924C-E2C0-4454-9570-B8AE32A9838D}"/>
              </a:ext>
            </a:extLst>
          </p:cNvPr>
          <p:cNvSpPr/>
          <p:nvPr/>
        </p:nvSpPr>
        <p:spPr>
          <a:xfrm>
            <a:off x="6343554" y="3143029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ENET MAC/Switch</a:t>
            </a:r>
          </a:p>
        </p:txBody>
      </p:sp>
      <p:sp>
        <p:nvSpPr>
          <p:cNvPr id="53" name="CustomShape 4">
            <a:extLst>
              <a:ext uri="{FF2B5EF4-FFF2-40B4-BE49-F238E27FC236}">
                <a16:creationId xmlns:a16="http://schemas.microsoft.com/office/drawing/2014/main" id="{97D896C7-D779-43E3-8EEB-18709C07EF68}"/>
              </a:ext>
            </a:extLst>
          </p:cNvPr>
          <p:cNvSpPr/>
          <p:nvPr/>
        </p:nvSpPr>
        <p:spPr>
          <a:xfrm>
            <a:off x="2975706" y="2494076"/>
            <a:ext cx="476185" cy="314308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latin typeface="Arial"/>
              </a:rPr>
              <a:t>ICSS EMAC</a:t>
            </a:r>
            <a:endParaRPr lang="en-IN" sz="800" spc="-1" dirty="0">
              <a:latin typeface="Arial"/>
            </a:endParaRPr>
          </a:p>
        </p:txBody>
      </p:sp>
      <p:sp>
        <p:nvSpPr>
          <p:cNvPr id="60" name="CustomShape 8">
            <a:extLst>
              <a:ext uri="{FF2B5EF4-FFF2-40B4-BE49-F238E27FC236}">
                <a16:creationId xmlns:a16="http://schemas.microsoft.com/office/drawing/2014/main" id="{AFCA26DE-C2C0-4726-B3B8-382C307C9245}"/>
              </a:ext>
            </a:extLst>
          </p:cNvPr>
          <p:cNvSpPr/>
          <p:nvPr/>
        </p:nvSpPr>
        <p:spPr>
          <a:xfrm>
            <a:off x="2258652" y="988313"/>
            <a:ext cx="501076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IOLINK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CustomShape 8">
            <a:extLst>
              <a:ext uri="{FF2B5EF4-FFF2-40B4-BE49-F238E27FC236}">
                <a16:creationId xmlns:a16="http://schemas.microsoft.com/office/drawing/2014/main" id="{BD18885D-0591-4655-9751-9A6EE4B0C3ED}"/>
              </a:ext>
            </a:extLst>
          </p:cNvPr>
          <p:cNvSpPr/>
          <p:nvPr/>
        </p:nvSpPr>
        <p:spPr>
          <a:xfrm>
            <a:off x="5346752" y="824037"/>
            <a:ext cx="739983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ENET ICSSG </a:t>
            </a:r>
            <a:r>
              <a:rPr lang="en-US" sz="800" spc="-1" dirty="0" err="1">
                <a:solidFill>
                  <a:srgbClr val="000000"/>
                </a:solidFill>
              </a:rPr>
              <a:t>TCPServer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CustomShape 24">
            <a:extLst>
              <a:ext uri="{FF2B5EF4-FFF2-40B4-BE49-F238E27FC236}">
                <a16:creationId xmlns:a16="http://schemas.microsoft.com/office/drawing/2014/main" id="{10C5E4D1-B6D1-4144-8C18-D95B1E9677E2}"/>
              </a:ext>
            </a:extLst>
          </p:cNvPr>
          <p:cNvSpPr/>
          <p:nvPr/>
        </p:nvSpPr>
        <p:spPr>
          <a:xfrm>
            <a:off x="5342632" y="1177287"/>
            <a:ext cx="744104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ENET LWIP ICSSG</a:t>
            </a:r>
          </a:p>
        </p:txBody>
      </p:sp>
      <p:sp>
        <p:nvSpPr>
          <p:cNvPr id="59" name="CustomShape 15">
            <a:extLst>
              <a:ext uri="{FF2B5EF4-FFF2-40B4-BE49-F238E27FC236}">
                <a16:creationId xmlns:a16="http://schemas.microsoft.com/office/drawing/2014/main" id="{27C412CF-A645-442A-A325-31275374C607}"/>
              </a:ext>
            </a:extLst>
          </p:cNvPr>
          <p:cNvSpPr/>
          <p:nvPr/>
        </p:nvSpPr>
        <p:spPr>
          <a:xfrm>
            <a:off x="2469415" y="2494076"/>
            <a:ext cx="473238" cy="33089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FFFFFF"/>
                </a:solidFill>
                <a:latin typeface="Arial"/>
              </a:rPr>
              <a:t>Enet</a:t>
            </a:r>
            <a:r>
              <a:rPr lang="en-US" sz="800" spc="-1" dirty="0">
                <a:solidFill>
                  <a:srgbClr val="FFFFFF"/>
                </a:solidFill>
                <a:latin typeface="Arial"/>
              </a:rPr>
              <a:t> LLD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0930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29B-986F-4361-8441-2202045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75" y="107163"/>
            <a:ext cx="8458200" cy="610791"/>
          </a:xfrm>
        </p:spPr>
        <p:txBody>
          <a:bodyPr/>
          <a:lstStyle/>
          <a:p>
            <a:r>
              <a:rPr lang="en-US" sz="2400" dirty="0"/>
              <a:t>Industrial Communications SDK AM263x </a:t>
            </a:r>
            <a:r>
              <a:rPr lang="en-US" sz="2400" dirty="0">
                <a:solidFill>
                  <a:schemeClr val="tx1"/>
                </a:solidFill>
              </a:rPr>
              <a:t>| Component Mapping</a:t>
            </a:r>
          </a:p>
        </p:txBody>
      </p:sp>
      <p:sp>
        <p:nvSpPr>
          <p:cNvPr id="93" name="CustomShape 1">
            <a:extLst>
              <a:ext uri="{FF2B5EF4-FFF2-40B4-BE49-F238E27FC236}">
                <a16:creationId xmlns:a16="http://schemas.microsoft.com/office/drawing/2014/main" id="{F2BD7EF1-9939-4343-B882-9BB7D2B6DE8E}"/>
              </a:ext>
            </a:extLst>
          </p:cNvPr>
          <p:cNvSpPr/>
          <p:nvPr/>
        </p:nvSpPr>
        <p:spPr>
          <a:xfrm>
            <a:off x="1792274" y="2976642"/>
            <a:ext cx="3326914" cy="666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OS Kernel</a:t>
            </a:r>
            <a:endParaRPr lang="en-IN" sz="1125" spc="-1" dirty="0">
              <a:latin typeface="Arial"/>
            </a:endParaRPr>
          </a:p>
        </p:txBody>
      </p:sp>
      <p:sp>
        <p:nvSpPr>
          <p:cNvPr id="94" name="CustomShape 3">
            <a:extLst>
              <a:ext uri="{FF2B5EF4-FFF2-40B4-BE49-F238E27FC236}">
                <a16:creationId xmlns:a16="http://schemas.microsoft.com/office/drawing/2014/main" id="{F396EB7B-63A1-4BA5-B2F2-757577BDD2A9}"/>
              </a:ext>
            </a:extLst>
          </p:cNvPr>
          <p:cNvSpPr/>
          <p:nvPr/>
        </p:nvSpPr>
        <p:spPr>
          <a:xfrm>
            <a:off x="3329406" y="3022992"/>
            <a:ext cx="1678965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00" spc="-1" dirty="0">
                <a:solidFill>
                  <a:srgbClr val="FFFFFF"/>
                </a:solidFill>
                <a:latin typeface="Arial"/>
              </a:rPr>
              <a:t>Driver Porting Layer (D</a:t>
            </a:r>
            <a:r>
              <a:rPr lang="en-US" sz="800" spc="-1" dirty="0">
                <a:solidFill>
                  <a:srgbClr val="FFFFFF"/>
                </a:solidFill>
                <a:latin typeface="Arial"/>
                <a:ea typeface="DejaVu Sans"/>
              </a:rPr>
              <a:t>PL)</a:t>
            </a:r>
            <a:endParaRPr lang="en-IN" sz="800" spc="-1" dirty="0">
              <a:latin typeface="Arial"/>
            </a:endParaRPr>
          </a:p>
        </p:txBody>
      </p:sp>
      <p:sp>
        <p:nvSpPr>
          <p:cNvPr id="95" name="CustomShape 4">
            <a:extLst>
              <a:ext uri="{FF2B5EF4-FFF2-40B4-BE49-F238E27FC236}">
                <a16:creationId xmlns:a16="http://schemas.microsoft.com/office/drawing/2014/main" id="{EE1ED833-9B8E-42DE-862A-332B8BB6C59F}"/>
              </a:ext>
            </a:extLst>
          </p:cNvPr>
          <p:cNvSpPr/>
          <p:nvPr/>
        </p:nvSpPr>
        <p:spPr>
          <a:xfrm>
            <a:off x="3329407" y="2519894"/>
            <a:ext cx="596853" cy="30375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SOC Peripheral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CustomShape 5">
            <a:extLst>
              <a:ext uri="{FF2B5EF4-FFF2-40B4-BE49-F238E27FC236}">
                <a16:creationId xmlns:a16="http://schemas.microsoft.com/office/drawing/2014/main" id="{59C50511-9CD0-4024-89B9-50BB30830633}"/>
              </a:ext>
            </a:extLst>
          </p:cNvPr>
          <p:cNvSpPr/>
          <p:nvPr/>
        </p:nvSpPr>
        <p:spPr>
          <a:xfrm>
            <a:off x="4173149" y="3305533"/>
            <a:ext cx="835221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00" spc="-1" dirty="0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lang="en-IN" sz="800" spc="-1" dirty="0">
              <a:latin typeface="Arial"/>
            </a:endParaRPr>
          </a:p>
        </p:txBody>
      </p:sp>
      <p:sp>
        <p:nvSpPr>
          <p:cNvPr id="97" name="CustomShape 6">
            <a:extLst>
              <a:ext uri="{FF2B5EF4-FFF2-40B4-BE49-F238E27FC236}">
                <a16:creationId xmlns:a16="http://schemas.microsoft.com/office/drawing/2014/main" id="{4EC958E8-FC03-4C5C-9647-29B758349B13}"/>
              </a:ext>
            </a:extLst>
          </p:cNvPr>
          <p:cNvSpPr/>
          <p:nvPr/>
        </p:nvSpPr>
        <p:spPr>
          <a:xfrm>
            <a:off x="3318413" y="3312792"/>
            <a:ext cx="788472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00" spc="-1" dirty="0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lang="en-IN" sz="800" spc="-1" dirty="0">
              <a:latin typeface="Arial"/>
            </a:endParaRPr>
          </a:p>
        </p:txBody>
      </p:sp>
      <p:sp>
        <p:nvSpPr>
          <p:cNvPr id="98" name="CustomShape 7">
            <a:extLst>
              <a:ext uri="{FF2B5EF4-FFF2-40B4-BE49-F238E27FC236}">
                <a16:creationId xmlns:a16="http://schemas.microsoft.com/office/drawing/2014/main" id="{BBDFF6FF-96DF-415E-B361-BF5DECAA8CF2}"/>
              </a:ext>
            </a:extLst>
          </p:cNvPr>
          <p:cNvSpPr/>
          <p:nvPr/>
        </p:nvSpPr>
        <p:spPr>
          <a:xfrm>
            <a:off x="2585783" y="3164937"/>
            <a:ext cx="666364" cy="28119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00" spc="-1" dirty="0">
                <a:solidFill>
                  <a:srgbClr val="FFFFFF"/>
                </a:solidFill>
                <a:latin typeface="Arial"/>
              </a:rPr>
              <a:t>FreeRTOS POSIX 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CustomShape 12">
            <a:extLst>
              <a:ext uri="{FF2B5EF4-FFF2-40B4-BE49-F238E27FC236}">
                <a16:creationId xmlns:a16="http://schemas.microsoft.com/office/drawing/2014/main" id="{F05CDA84-E504-4691-94C8-9C5429659CBF}"/>
              </a:ext>
            </a:extLst>
          </p:cNvPr>
          <p:cNvSpPr/>
          <p:nvPr/>
        </p:nvSpPr>
        <p:spPr>
          <a:xfrm>
            <a:off x="1792273" y="1913489"/>
            <a:ext cx="3326915" cy="46402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Protocol stacks</a:t>
            </a:r>
            <a:endParaRPr lang="en-IN" sz="1125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And Middleware</a:t>
            </a:r>
            <a:endParaRPr lang="en-IN" sz="1125" spc="-1" dirty="0">
              <a:latin typeface="Arial"/>
            </a:endParaRPr>
          </a:p>
        </p:txBody>
      </p:sp>
      <p:sp>
        <p:nvSpPr>
          <p:cNvPr id="103" name="CustomShape 14">
            <a:extLst>
              <a:ext uri="{FF2B5EF4-FFF2-40B4-BE49-F238E27FC236}">
                <a16:creationId xmlns:a16="http://schemas.microsoft.com/office/drawing/2014/main" id="{FCF98F88-D895-4FB6-B9A3-2730BEF3D422}"/>
              </a:ext>
            </a:extLst>
          </p:cNvPr>
          <p:cNvSpPr/>
          <p:nvPr/>
        </p:nvSpPr>
        <p:spPr>
          <a:xfrm>
            <a:off x="1792274" y="2443091"/>
            <a:ext cx="3326915" cy="461326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lang="en-IN" sz="1125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lang="en-IN" sz="1125" spc="-1">
              <a:latin typeface="Arial"/>
            </a:endParaRPr>
          </a:p>
        </p:txBody>
      </p:sp>
      <p:sp>
        <p:nvSpPr>
          <p:cNvPr id="104" name="CustomShape 15">
            <a:extLst>
              <a:ext uri="{FF2B5EF4-FFF2-40B4-BE49-F238E27FC236}">
                <a16:creationId xmlns:a16="http://schemas.microsoft.com/office/drawing/2014/main" id="{380BEEDE-BBC0-49D0-A027-E0BDA8EF854B}"/>
              </a:ext>
            </a:extLst>
          </p:cNvPr>
          <p:cNvSpPr/>
          <p:nvPr/>
        </p:nvSpPr>
        <p:spPr>
          <a:xfrm>
            <a:off x="2693922" y="2519894"/>
            <a:ext cx="596853" cy="30168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Board Peripheral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CustomShape 16">
            <a:extLst>
              <a:ext uri="{FF2B5EF4-FFF2-40B4-BE49-F238E27FC236}">
                <a16:creationId xmlns:a16="http://schemas.microsoft.com/office/drawing/2014/main" id="{4F3D06DA-9050-4F82-9322-CFBBA934B192}"/>
              </a:ext>
            </a:extLst>
          </p:cNvPr>
          <p:cNvSpPr/>
          <p:nvPr/>
        </p:nvSpPr>
        <p:spPr>
          <a:xfrm>
            <a:off x="1792275" y="1378555"/>
            <a:ext cx="3326913" cy="46402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r>
              <a:rPr lang="en-IN" sz="1125" spc="-1" dirty="0">
                <a:latin typeface="Arial"/>
              </a:rPr>
              <a:t> </a:t>
            </a:r>
          </a:p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lang="en-IN" sz="1125" spc="-1" dirty="0">
              <a:latin typeface="Arial"/>
            </a:endParaRPr>
          </a:p>
        </p:txBody>
      </p:sp>
      <p:sp>
        <p:nvSpPr>
          <p:cNvPr id="106" name="CustomShape 17">
            <a:extLst>
              <a:ext uri="{FF2B5EF4-FFF2-40B4-BE49-F238E27FC236}">
                <a16:creationId xmlns:a16="http://schemas.microsoft.com/office/drawing/2014/main" id="{A732682E-0FAC-4756-92C6-C873E4A1FBF8}"/>
              </a:ext>
            </a:extLst>
          </p:cNvPr>
          <p:cNvSpPr/>
          <p:nvPr/>
        </p:nvSpPr>
        <p:spPr>
          <a:xfrm>
            <a:off x="6209151" y="1378554"/>
            <a:ext cx="1197900" cy="2264088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lang="en-IN" sz="1125" spc="-1">
              <a:latin typeface="Arial"/>
            </a:endParaRPr>
          </a:p>
        </p:txBody>
      </p:sp>
      <p:sp>
        <p:nvSpPr>
          <p:cNvPr id="107" name="CustomShape 18">
            <a:extLst>
              <a:ext uri="{FF2B5EF4-FFF2-40B4-BE49-F238E27FC236}">
                <a16:creationId xmlns:a16="http://schemas.microsoft.com/office/drawing/2014/main" id="{18303473-FA0C-4E6A-A716-8B344B585B1F}"/>
              </a:ext>
            </a:extLst>
          </p:cNvPr>
          <p:cNvSpPr/>
          <p:nvPr/>
        </p:nvSpPr>
        <p:spPr>
          <a:xfrm>
            <a:off x="6307363" y="2488752"/>
            <a:ext cx="1001475" cy="19724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SysConfig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19">
            <a:extLst>
              <a:ext uri="{FF2B5EF4-FFF2-40B4-BE49-F238E27FC236}">
                <a16:creationId xmlns:a16="http://schemas.microsoft.com/office/drawing/2014/main" id="{8EDCC865-568A-435E-BF7C-851D917BF793}"/>
              </a:ext>
            </a:extLst>
          </p:cNvPr>
          <p:cNvSpPr/>
          <p:nvPr/>
        </p:nvSpPr>
        <p:spPr>
          <a:xfrm>
            <a:off x="6300836" y="3211589"/>
            <a:ext cx="1001475" cy="28987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Code Composer Studio (CCS)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CustomShape 20">
            <a:extLst>
              <a:ext uri="{FF2B5EF4-FFF2-40B4-BE49-F238E27FC236}">
                <a16:creationId xmlns:a16="http://schemas.microsoft.com/office/drawing/2014/main" id="{A0D9FC60-4F5B-4105-8563-5EFE48BD0569}"/>
              </a:ext>
            </a:extLst>
          </p:cNvPr>
          <p:cNvSpPr/>
          <p:nvPr/>
        </p:nvSpPr>
        <p:spPr>
          <a:xfrm>
            <a:off x="6307363" y="2803855"/>
            <a:ext cx="1001475" cy="28987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TI CLANG Compiler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ustomShape 21">
            <a:extLst>
              <a:ext uri="{FF2B5EF4-FFF2-40B4-BE49-F238E27FC236}">
                <a16:creationId xmlns:a16="http://schemas.microsoft.com/office/drawing/2014/main" id="{09D8FDC2-2E2B-4C96-9E1C-41CEC48BD62A}"/>
              </a:ext>
            </a:extLst>
          </p:cNvPr>
          <p:cNvSpPr/>
          <p:nvPr/>
        </p:nvSpPr>
        <p:spPr>
          <a:xfrm>
            <a:off x="6307363" y="2081901"/>
            <a:ext cx="1001475" cy="28987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TI Resource Explorer (TIREX)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CustomShape 22">
            <a:extLst>
              <a:ext uri="{FF2B5EF4-FFF2-40B4-BE49-F238E27FC236}">
                <a16:creationId xmlns:a16="http://schemas.microsoft.com/office/drawing/2014/main" id="{EB428E7A-3FA5-49EF-BD88-DE4809590EBB}"/>
              </a:ext>
            </a:extLst>
          </p:cNvPr>
          <p:cNvSpPr/>
          <p:nvPr/>
        </p:nvSpPr>
        <p:spPr>
          <a:xfrm>
            <a:off x="1792272" y="3695067"/>
            <a:ext cx="3352381" cy="3355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ARM R5F, ARM M4F + SOC peripherals + EVM peripherals</a:t>
            </a:r>
            <a:endParaRPr lang="en-IN" sz="1000" spc="-1" dirty="0">
              <a:latin typeface="Arial"/>
            </a:endParaRPr>
          </a:p>
        </p:txBody>
      </p:sp>
      <p:sp>
        <p:nvSpPr>
          <p:cNvPr id="112" name="CustomShape 23">
            <a:extLst>
              <a:ext uri="{FF2B5EF4-FFF2-40B4-BE49-F238E27FC236}">
                <a16:creationId xmlns:a16="http://schemas.microsoft.com/office/drawing/2014/main" id="{03A1A3BF-D144-4FDC-942A-8AA5E0B37952}"/>
              </a:ext>
            </a:extLst>
          </p:cNvPr>
          <p:cNvSpPr/>
          <p:nvPr/>
        </p:nvSpPr>
        <p:spPr>
          <a:xfrm>
            <a:off x="6209151" y="3702942"/>
            <a:ext cx="1197900" cy="3277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lang="en-IN" sz="1000" spc="-1" dirty="0">
              <a:latin typeface="Arial"/>
            </a:endParaRPr>
          </a:p>
        </p:txBody>
      </p:sp>
      <p:sp>
        <p:nvSpPr>
          <p:cNvPr id="113" name="CustomShape 24">
            <a:extLst>
              <a:ext uri="{FF2B5EF4-FFF2-40B4-BE49-F238E27FC236}">
                <a16:creationId xmlns:a16="http://schemas.microsoft.com/office/drawing/2014/main" id="{F7FC4F91-0E6E-4B6E-BF07-BC51B5C929A5}"/>
              </a:ext>
            </a:extLst>
          </p:cNvPr>
          <p:cNvSpPr/>
          <p:nvPr/>
        </p:nvSpPr>
        <p:spPr>
          <a:xfrm>
            <a:off x="3502698" y="1451073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EtherCAT</a:t>
            </a:r>
            <a:endParaRPr lang="en-IN" sz="800" spc="-1" dirty="0">
              <a:solidFill>
                <a:srgbClr val="000000"/>
              </a:solidFill>
            </a:endParaRPr>
          </a:p>
        </p:txBody>
      </p:sp>
      <p:sp>
        <p:nvSpPr>
          <p:cNvPr id="114" name="CustomShape 25">
            <a:extLst>
              <a:ext uri="{FF2B5EF4-FFF2-40B4-BE49-F238E27FC236}">
                <a16:creationId xmlns:a16="http://schemas.microsoft.com/office/drawing/2014/main" id="{DCFBB7F5-443D-4495-A25F-BDA3B199691F}"/>
              </a:ext>
            </a:extLst>
          </p:cNvPr>
          <p:cNvSpPr/>
          <p:nvPr/>
        </p:nvSpPr>
        <p:spPr>
          <a:xfrm>
            <a:off x="6300836" y="1670020"/>
            <a:ext cx="1001475" cy="28987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SDK Tools (Flashing, Boot, …)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CustomShape 26">
            <a:extLst>
              <a:ext uri="{FF2B5EF4-FFF2-40B4-BE49-F238E27FC236}">
                <a16:creationId xmlns:a16="http://schemas.microsoft.com/office/drawing/2014/main" id="{448D405C-0F0C-446E-8E4D-572852DFD20C}"/>
              </a:ext>
            </a:extLst>
          </p:cNvPr>
          <p:cNvSpPr/>
          <p:nvPr/>
        </p:nvSpPr>
        <p:spPr>
          <a:xfrm>
            <a:off x="2999260" y="2021788"/>
            <a:ext cx="660291" cy="2612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LwIP  (TCP/UDP)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CustomShape 15">
            <a:extLst>
              <a:ext uri="{FF2B5EF4-FFF2-40B4-BE49-F238E27FC236}">
                <a16:creationId xmlns:a16="http://schemas.microsoft.com/office/drawing/2014/main" id="{F6FC5D3D-7F8F-4A27-81E5-BD63D465D11E}"/>
              </a:ext>
            </a:extLst>
          </p:cNvPr>
          <p:cNvSpPr/>
          <p:nvPr/>
        </p:nvSpPr>
        <p:spPr>
          <a:xfrm>
            <a:off x="4411518" y="2516471"/>
            <a:ext cx="596853" cy="29668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 FW HAL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CustomShape 13">
            <a:extLst>
              <a:ext uri="{FF2B5EF4-FFF2-40B4-BE49-F238E27FC236}">
                <a16:creationId xmlns:a16="http://schemas.microsoft.com/office/drawing/2014/main" id="{CB470632-7412-49E6-9251-4BC2A9470616}"/>
              </a:ext>
            </a:extLst>
          </p:cNvPr>
          <p:cNvSpPr/>
          <p:nvPr/>
        </p:nvSpPr>
        <p:spPr>
          <a:xfrm>
            <a:off x="3966039" y="2018632"/>
            <a:ext cx="660291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CustomShape 7">
            <a:extLst>
              <a:ext uri="{FF2B5EF4-FFF2-40B4-BE49-F238E27FC236}">
                <a16:creationId xmlns:a16="http://schemas.microsoft.com/office/drawing/2014/main" id="{63348C38-19BF-49D5-8C54-18BEAF892E69}"/>
              </a:ext>
            </a:extLst>
          </p:cNvPr>
          <p:cNvSpPr/>
          <p:nvPr/>
        </p:nvSpPr>
        <p:spPr>
          <a:xfrm>
            <a:off x="3293133" y="4173098"/>
            <a:ext cx="1114010" cy="33559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MCU + SDK </a:t>
            </a:r>
            <a:endParaRPr lang="en-IN" sz="1000" spc="-1" dirty="0">
              <a:latin typeface="Arial"/>
            </a:endParaRPr>
          </a:p>
        </p:txBody>
      </p:sp>
      <p:sp>
        <p:nvSpPr>
          <p:cNvPr id="138" name="CustomShape 15">
            <a:extLst>
              <a:ext uri="{FF2B5EF4-FFF2-40B4-BE49-F238E27FC236}">
                <a16:creationId xmlns:a16="http://schemas.microsoft.com/office/drawing/2014/main" id="{88907D93-095F-44B5-98AB-8FC3C08A34E4}"/>
              </a:ext>
            </a:extLst>
          </p:cNvPr>
          <p:cNvSpPr/>
          <p:nvPr/>
        </p:nvSpPr>
        <p:spPr>
          <a:xfrm>
            <a:off x="4773905" y="4173098"/>
            <a:ext cx="1114010" cy="335592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Industrial Communications SDK</a:t>
            </a:r>
          </a:p>
        </p:txBody>
      </p:sp>
      <p:sp>
        <p:nvSpPr>
          <p:cNvPr id="47" name="CustomShape 17">
            <a:extLst>
              <a:ext uri="{FF2B5EF4-FFF2-40B4-BE49-F238E27FC236}">
                <a16:creationId xmlns:a16="http://schemas.microsoft.com/office/drawing/2014/main" id="{4291FF05-F6CE-4A38-84EE-58927DBC4826}"/>
              </a:ext>
            </a:extLst>
          </p:cNvPr>
          <p:cNvSpPr/>
          <p:nvPr/>
        </p:nvSpPr>
        <p:spPr>
          <a:xfrm>
            <a:off x="5240301" y="1378554"/>
            <a:ext cx="877730" cy="2264087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</a:rPr>
              <a:t>Firmware</a:t>
            </a:r>
            <a:endParaRPr lang="en-IN" sz="1125" spc="-1" dirty="0">
              <a:latin typeface="Arial"/>
            </a:endParaRPr>
          </a:p>
        </p:txBody>
      </p:sp>
      <p:sp>
        <p:nvSpPr>
          <p:cNvPr id="52" name="CustomShape 23">
            <a:extLst>
              <a:ext uri="{FF2B5EF4-FFF2-40B4-BE49-F238E27FC236}">
                <a16:creationId xmlns:a16="http://schemas.microsoft.com/office/drawing/2014/main" id="{7BCD0863-F6ED-4DC4-983E-37943352EE5E}"/>
              </a:ext>
            </a:extLst>
          </p:cNvPr>
          <p:cNvSpPr/>
          <p:nvPr/>
        </p:nvSpPr>
        <p:spPr>
          <a:xfrm>
            <a:off x="5240301" y="3702942"/>
            <a:ext cx="877730" cy="3277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ICSS</a:t>
            </a:r>
            <a:endParaRPr lang="en-IN" sz="1000" spc="-1" dirty="0">
              <a:latin typeface="Arial"/>
            </a:endParaRPr>
          </a:p>
        </p:txBody>
      </p:sp>
      <p:sp>
        <p:nvSpPr>
          <p:cNvPr id="55" name="CustomShape 8">
            <a:extLst>
              <a:ext uri="{FF2B5EF4-FFF2-40B4-BE49-F238E27FC236}">
                <a16:creationId xmlns:a16="http://schemas.microsoft.com/office/drawing/2014/main" id="{D3B83D30-7279-4106-8E40-EC7C6D8CAA48}"/>
              </a:ext>
            </a:extLst>
          </p:cNvPr>
          <p:cNvSpPr/>
          <p:nvPr/>
        </p:nvSpPr>
        <p:spPr>
          <a:xfrm>
            <a:off x="5330910" y="2370084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CustomShape 4">
            <a:extLst>
              <a:ext uri="{FF2B5EF4-FFF2-40B4-BE49-F238E27FC236}">
                <a16:creationId xmlns:a16="http://schemas.microsoft.com/office/drawing/2014/main" id="{97D896C7-D779-43E3-8EEB-18709C07EF68}"/>
              </a:ext>
            </a:extLst>
          </p:cNvPr>
          <p:cNvSpPr/>
          <p:nvPr/>
        </p:nvSpPr>
        <p:spPr>
          <a:xfrm>
            <a:off x="3964541" y="2517829"/>
            <a:ext cx="411267" cy="303752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latin typeface="Arial"/>
              </a:rPr>
              <a:t>ICSS</a:t>
            </a:r>
            <a:r>
              <a:rPr lang="en-US" sz="8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800" spc="-1" dirty="0">
                <a:latin typeface="Arial"/>
              </a:rPr>
              <a:t>EMAC</a:t>
            </a:r>
            <a:endParaRPr lang="en-IN" sz="8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97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29B-986F-4361-8441-2202045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75" y="107163"/>
            <a:ext cx="8458200" cy="610791"/>
          </a:xfrm>
        </p:spPr>
        <p:txBody>
          <a:bodyPr/>
          <a:lstStyle/>
          <a:p>
            <a:r>
              <a:rPr lang="en-US" sz="2400" dirty="0"/>
              <a:t>Industrial Communications SDK AM263Px / AM261x </a:t>
            </a:r>
            <a:r>
              <a:rPr lang="en-US" sz="2400" dirty="0">
                <a:solidFill>
                  <a:schemeClr val="tx1"/>
                </a:solidFill>
              </a:rPr>
              <a:t>| Component Mapping</a:t>
            </a:r>
          </a:p>
        </p:txBody>
      </p:sp>
      <p:sp>
        <p:nvSpPr>
          <p:cNvPr id="31" name="CustomShape 1">
            <a:extLst>
              <a:ext uri="{FF2B5EF4-FFF2-40B4-BE49-F238E27FC236}">
                <a16:creationId xmlns:a16="http://schemas.microsoft.com/office/drawing/2014/main" id="{3D6B1C82-A4A8-46FB-83CF-8A3710C85B3C}"/>
              </a:ext>
            </a:extLst>
          </p:cNvPr>
          <p:cNvSpPr/>
          <p:nvPr/>
        </p:nvSpPr>
        <p:spPr>
          <a:xfrm>
            <a:off x="1006780" y="2969553"/>
            <a:ext cx="4476710" cy="666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OS Kernel</a:t>
            </a:r>
            <a:endParaRPr lang="en-IN" sz="1125" spc="-1" dirty="0">
              <a:latin typeface="Arial"/>
            </a:endParaRPr>
          </a:p>
        </p:txBody>
      </p:sp>
      <p:sp>
        <p:nvSpPr>
          <p:cNvPr id="32" name="CustomShape 3">
            <a:extLst>
              <a:ext uri="{FF2B5EF4-FFF2-40B4-BE49-F238E27FC236}">
                <a16:creationId xmlns:a16="http://schemas.microsoft.com/office/drawing/2014/main" id="{027E4027-03E2-4A1B-B844-0402A94E199E}"/>
              </a:ext>
            </a:extLst>
          </p:cNvPr>
          <p:cNvSpPr/>
          <p:nvPr/>
        </p:nvSpPr>
        <p:spPr>
          <a:xfrm>
            <a:off x="3147237" y="3017253"/>
            <a:ext cx="2231264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lang="en-IN" sz="1000" spc="-1" dirty="0">
              <a:latin typeface="Arial"/>
            </a:endParaRPr>
          </a:p>
        </p:txBody>
      </p:sp>
      <p:sp>
        <p:nvSpPr>
          <p:cNvPr id="33" name="CustomShape 5">
            <a:extLst>
              <a:ext uri="{FF2B5EF4-FFF2-40B4-BE49-F238E27FC236}">
                <a16:creationId xmlns:a16="http://schemas.microsoft.com/office/drawing/2014/main" id="{C06CECDA-047B-456B-B3C4-FBDBB8AE720D}"/>
              </a:ext>
            </a:extLst>
          </p:cNvPr>
          <p:cNvSpPr/>
          <p:nvPr/>
        </p:nvSpPr>
        <p:spPr>
          <a:xfrm>
            <a:off x="4346570" y="3303003"/>
            <a:ext cx="1031932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lang="en-IN" sz="1000" spc="-1" dirty="0">
              <a:latin typeface="Arial"/>
            </a:endParaRPr>
          </a:p>
        </p:txBody>
      </p:sp>
      <p:sp>
        <p:nvSpPr>
          <p:cNvPr id="34" name="CustomShape 6">
            <a:extLst>
              <a:ext uri="{FF2B5EF4-FFF2-40B4-BE49-F238E27FC236}">
                <a16:creationId xmlns:a16="http://schemas.microsoft.com/office/drawing/2014/main" id="{FB3F104C-9E44-4EA3-A85B-FFB4FB3797C5}"/>
              </a:ext>
            </a:extLst>
          </p:cNvPr>
          <p:cNvSpPr/>
          <p:nvPr/>
        </p:nvSpPr>
        <p:spPr>
          <a:xfrm>
            <a:off x="3147235" y="3303003"/>
            <a:ext cx="1156677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lang="en-IN" sz="1000" spc="-1" dirty="0">
              <a:latin typeface="Arial"/>
            </a:endParaRPr>
          </a:p>
        </p:txBody>
      </p:sp>
      <p:sp>
        <p:nvSpPr>
          <p:cNvPr id="35" name="CustomShape 7">
            <a:extLst>
              <a:ext uri="{FF2B5EF4-FFF2-40B4-BE49-F238E27FC236}">
                <a16:creationId xmlns:a16="http://schemas.microsoft.com/office/drawing/2014/main" id="{D3E305A7-44B8-4EEF-9AF0-AE2E14551172}"/>
              </a:ext>
            </a:extLst>
          </p:cNvPr>
          <p:cNvSpPr/>
          <p:nvPr/>
        </p:nvSpPr>
        <p:spPr>
          <a:xfrm>
            <a:off x="1879621" y="3017253"/>
            <a:ext cx="1156677" cy="5231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lang="en-IN" sz="1000" spc="-1" dirty="0">
              <a:latin typeface="Arial"/>
            </a:endParaRPr>
          </a:p>
        </p:txBody>
      </p:sp>
      <p:sp>
        <p:nvSpPr>
          <p:cNvPr id="36" name="CustomShape 8">
            <a:extLst>
              <a:ext uri="{FF2B5EF4-FFF2-40B4-BE49-F238E27FC236}">
                <a16:creationId xmlns:a16="http://schemas.microsoft.com/office/drawing/2014/main" id="{5771F356-8F59-4ED9-B640-ACF71CACBA11}"/>
              </a:ext>
            </a:extLst>
          </p:cNvPr>
          <p:cNvSpPr/>
          <p:nvPr/>
        </p:nvSpPr>
        <p:spPr>
          <a:xfrm>
            <a:off x="3780062" y="1137615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EtherNet/IP</a:t>
            </a:r>
            <a:endParaRPr lang="en-IN" sz="800" spc="-1" dirty="0">
              <a:solidFill>
                <a:srgbClr val="000000"/>
              </a:solidFill>
            </a:endParaRPr>
          </a:p>
        </p:txBody>
      </p:sp>
      <p:sp>
        <p:nvSpPr>
          <p:cNvPr id="37" name="CustomShape 12">
            <a:extLst>
              <a:ext uri="{FF2B5EF4-FFF2-40B4-BE49-F238E27FC236}">
                <a16:creationId xmlns:a16="http://schemas.microsoft.com/office/drawing/2014/main" id="{A219AA00-FE7B-4F6D-8122-6DE2E8EF6C33}"/>
              </a:ext>
            </a:extLst>
          </p:cNvPr>
          <p:cNvSpPr/>
          <p:nvPr/>
        </p:nvSpPr>
        <p:spPr>
          <a:xfrm>
            <a:off x="1017221" y="1634625"/>
            <a:ext cx="4476709" cy="666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Protocol stacks</a:t>
            </a:r>
            <a:endParaRPr lang="en-IN" sz="1125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And Middleware</a:t>
            </a:r>
            <a:endParaRPr lang="en-IN" sz="1125" spc="-1" dirty="0">
              <a:latin typeface="Arial"/>
            </a:endParaRPr>
          </a:p>
        </p:txBody>
      </p:sp>
      <p:sp>
        <p:nvSpPr>
          <p:cNvPr id="38" name="CustomShape 16">
            <a:extLst>
              <a:ext uri="{FF2B5EF4-FFF2-40B4-BE49-F238E27FC236}">
                <a16:creationId xmlns:a16="http://schemas.microsoft.com/office/drawing/2014/main" id="{F4019BED-F334-42E5-8B43-FCD77FA246F2}"/>
              </a:ext>
            </a:extLst>
          </p:cNvPr>
          <p:cNvSpPr/>
          <p:nvPr/>
        </p:nvSpPr>
        <p:spPr>
          <a:xfrm>
            <a:off x="1017222" y="957319"/>
            <a:ext cx="4476709" cy="612932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lang="en-IN" sz="1125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lang="en-IN" sz="1125" spc="-1" dirty="0">
              <a:latin typeface="Arial"/>
            </a:endParaRPr>
          </a:p>
        </p:txBody>
      </p:sp>
      <p:sp>
        <p:nvSpPr>
          <p:cNvPr id="39" name="CustomShape 17">
            <a:extLst>
              <a:ext uri="{FF2B5EF4-FFF2-40B4-BE49-F238E27FC236}">
                <a16:creationId xmlns:a16="http://schemas.microsoft.com/office/drawing/2014/main" id="{1511E327-23CE-4F9A-8587-9F496EA3DEDF}"/>
              </a:ext>
            </a:extLst>
          </p:cNvPr>
          <p:cNvSpPr/>
          <p:nvPr/>
        </p:nvSpPr>
        <p:spPr>
          <a:xfrm>
            <a:off x="6547987" y="957317"/>
            <a:ext cx="1197900" cy="2678235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lang="en-IN" sz="1125" spc="-1" dirty="0">
              <a:latin typeface="Arial"/>
            </a:endParaRPr>
          </a:p>
        </p:txBody>
      </p:sp>
      <p:sp>
        <p:nvSpPr>
          <p:cNvPr id="40" name="CustomShape 18">
            <a:extLst>
              <a:ext uri="{FF2B5EF4-FFF2-40B4-BE49-F238E27FC236}">
                <a16:creationId xmlns:a16="http://schemas.microsoft.com/office/drawing/2014/main" id="{A9462506-F6FC-46E0-BCEB-716C7238530E}"/>
              </a:ext>
            </a:extLst>
          </p:cNvPr>
          <p:cNvSpPr/>
          <p:nvPr/>
        </p:nvSpPr>
        <p:spPr>
          <a:xfrm>
            <a:off x="6641362" y="2278749"/>
            <a:ext cx="1001475" cy="2891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SysConfig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CustomShape 19">
            <a:extLst>
              <a:ext uri="{FF2B5EF4-FFF2-40B4-BE49-F238E27FC236}">
                <a16:creationId xmlns:a16="http://schemas.microsoft.com/office/drawing/2014/main" id="{D47B997A-BA1C-46EB-8777-D9A34E732F4B}"/>
              </a:ext>
            </a:extLst>
          </p:cNvPr>
          <p:cNvSpPr/>
          <p:nvPr/>
        </p:nvSpPr>
        <p:spPr>
          <a:xfrm>
            <a:off x="6641362" y="3108179"/>
            <a:ext cx="1001475" cy="4531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Code Composer Studio (CCS)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CustomShape 20">
            <a:extLst>
              <a:ext uri="{FF2B5EF4-FFF2-40B4-BE49-F238E27FC236}">
                <a16:creationId xmlns:a16="http://schemas.microsoft.com/office/drawing/2014/main" id="{5051E15F-09FC-489F-B7C5-942AFC04970C}"/>
              </a:ext>
            </a:extLst>
          </p:cNvPr>
          <p:cNvSpPr/>
          <p:nvPr/>
        </p:nvSpPr>
        <p:spPr>
          <a:xfrm>
            <a:off x="6641362" y="2643617"/>
            <a:ext cx="1001475" cy="38835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TI CLANG Compiler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CustomShape 21">
            <a:extLst>
              <a:ext uri="{FF2B5EF4-FFF2-40B4-BE49-F238E27FC236}">
                <a16:creationId xmlns:a16="http://schemas.microsoft.com/office/drawing/2014/main" id="{3F772836-0AFC-4E1B-916B-C8303874696D}"/>
              </a:ext>
            </a:extLst>
          </p:cNvPr>
          <p:cNvSpPr/>
          <p:nvPr/>
        </p:nvSpPr>
        <p:spPr>
          <a:xfrm>
            <a:off x="6641362" y="1763223"/>
            <a:ext cx="1001475" cy="43624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TI Resource Explorer (TIREX)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CustomShape 22">
            <a:extLst>
              <a:ext uri="{FF2B5EF4-FFF2-40B4-BE49-F238E27FC236}">
                <a16:creationId xmlns:a16="http://schemas.microsoft.com/office/drawing/2014/main" id="{C91DD5CB-1EC3-449D-A186-019058DBE8A7}"/>
              </a:ext>
            </a:extLst>
          </p:cNvPr>
          <p:cNvSpPr/>
          <p:nvPr/>
        </p:nvSpPr>
        <p:spPr>
          <a:xfrm>
            <a:off x="1006778" y="3687978"/>
            <a:ext cx="4476711" cy="3355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ARM R5F, ARM M4F + SOC peripherals + EVM peripherals</a:t>
            </a:r>
            <a:endParaRPr lang="en-IN" sz="1000" spc="-1" dirty="0">
              <a:latin typeface="Arial"/>
            </a:endParaRPr>
          </a:p>
        </p:txBody>
      </p:sp>
      <p:sp>
        <p:nvSpPr>
          <p:cNvPr id="45" name="CustomShape 23">
            <a:extLst>
              <a:ext uri="{FF2B5EF4-FFF2-40B4-BE49-F238E27FC236}">
                <a16:creationId xmlns:a16="http://schemas.microsoft.com/office/drawing/2014/main" id="{55DAEA8B-06F1-4AE5-B0DC-AFBC796322D9}"/>
              </a:ext>
            </a:extLst>
          </p:cNvPr>
          <p:cNvSpPr/>
          <p:nvPr/>
        </p:nvSpPr>
        <p:spPr>
          <a:xfrm>
            <a:off x="6547987" y="3695853"/>
            <a:ext cx="1197900" cy="3277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lang="en-IN" sz="1000" spc="-1" dirty="0">
              <a:latin typeface="Arial"/>
            </a:endParaRPr>
          </a:p>
        </p:txBody>
      </p:sp>
      <p:sp>
        <p:nvSpPr>
          <p:cNvPr id="46" name="CustomShape 24">
            <a:extLst>
              <a:ext uri="{FF2B5EF4-FFF2-40B4-BE49-F238E27FC236}">
                <a16:creationId xmlns:a16="http://schemas.microsoft.com/office/drawing/2014/main" id="{55C52026-75DE-45DF-90B7-586F49DE32CA}"/>
              </a:ext>
            </a:extLst>
          </p:cNvPr>
          <p:cNvSpPr/>
          <p:nvPr/>
        </p:nvSpPr>
        <p:spPr>
          <a:xfrm>
            <a:off x="2819766" y="1137615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EtherCAT</a:t>
            </a:r>
            <a:endParaRPr lang="en-IN" sz="800" spc="-1" dirty="0">
              <a:solidFill>
                <a:srgbClr val="000000"/>
              </a:solidFill>
            </a:endParaRPr>
          </a:p>
        </p:txBody>
      </p:sp>
      <p:sp>
        <p:nvSpPr>
          <p:cNvPr id="48" name="CustomShape 25">
            <a:extLst>
              <a:ext uri="{FF2B5EF4-FFF2-40B4-BE49-F238E27FC236}">
                <a16:creationId xmlns:a16="http://schemas.microsoft.com/office/drawing/2014/main" id="{E248963F-77E6-433E-B036-FC49F5A3FD4B}"/>
              </a:ext>
            </a:extLst>
          </p:cNvPr>
          <p:cNvSpPr/>
          <p:nvPr/>
        </p:nvSpPr>
        <p:spPr>
          <a:xfrm>
            <a:off x="6639674" y="1143593"/>
            <a:ext cx="1001475" cy="54419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SDK Tools (Flashing, Boot, …)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CustomShape 26">
            <a:extLst>
              <a:ext uri="{FF2B5EF4-FFF2-40B4-BE49-F238E27FC236}">
                <a16:creationId xmlns:a16="http://schemas.microsoft.com/office/drawing/2014/main" id="{629D229C-F311-4CA2-9B7E-12CB2356B321}"/>
              </a:ext>
            </a:extLst>
          </p:cNvPr>
          <p:cNvSpPr/>
          <p:nvPr/>
        </p:nvSpPr>
        <p:spPr>
          <a:xfrm>
            <a:off x="2517588" y="1812142"/>
            <a:ext cx="661489" cy="2612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LwIP  (TCP/UDP)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CustomShape 13">
            <a:extLst>
              <a:ext uri="{FF2B5EF4-FFF2-40B4-BE49-F238E27FC236}">
                <a16:creationId xmlns:a16="http://schemas.microsoft.com/office/drawing/2014/main" id="{6C27F276-C0B7-489A-8B0C-5961CFE488B8}"/>
              </a:ext>
            </a:extLst>
          </p:cNvPr>
          <p:cNvSpPr/>
          <p:nvPr/>
        </p:nvSpPr>
        <p:spPr>
          <a:xfrm>
            <a:off x="3270197" y="1813322"/>
            <a:ext cx="660291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CustomShape 13">
            <a:extLst>
              <a:ext uri="{FF2B5EF4-FFF2-40B4-BE49-F238E27FC236}">
                <a16:creationId xmlns:a16="http://schemas.microsoft.com/office/drawing/2014/main" id="{03DED8CF-9054-4A87-8C3B-B92831F61CD3}"/>
              </a:ext>
            </a:extLst>
          </p:cNvPr>
          <p:cNvSpPr/>
          <p:nvPr/>
        </p:nvSpPr>
        <p:spPr>
          <a:xfrm>
            <a:off x="4015824" y="1820032"/>
            <a:ext cx="661490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EtherNet/IP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CustomShape 13">
            <a:extLst>
              <a:ext uri="{FF2B5EF4-FFF2-40B4-BE49-F238E27FC236}">
                <a16:creationId xmlns:a16="http://schemas.microsoft.com/office/drawing/2014/main" id="{96A29397-88B5-4297-94C0-A711491609CE}"/>
              </a:ext>
            </a:extLst>
          </p:cNvPr>
          <p:cNvSpPr/>
          <p:nvPr/>
        </p:nvSpPr>
        <p:spPr>
          <a:xfrm>
            <a:off x="4762251" y="1828235"/>
            <a:ext cx="501106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IOLINK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CustomShape 7">
            <a:extLst>
              <a:ext uri="{FF2B5EF4-FFF2-40B4-BE49-F238E27FC236}">
                <a16:creationId xmlns:a16="http://schemas.microsoft.com/office/drawing/2014/main" id="{7D96CA54-26AC-4E13-9AB6-285EF42E4A34}"/>
              </a:ext>
            </a:extLst>
          </p:cNvPr>
          <p:cNvSpPr/>
          <p:nvPr/>
        </p:nvSpPr>
        <p:spPr>
          <a:xfrm>
            <a:off x="3340217" y="4165439"/>
            <a:ext cx="1114010" cy="33559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MCU + SDK </a:t>
            </a:r>
            <a:endParaRPr lang="en-IN" sz="1000" spc="-1" dirty="0">
              <a:latin typeface="Arial"/>
            </a:endParaRPr>
          </a:p>
        </p:txBody>
      </p:sp>
      <p:sp>
        <p:nvSpPr>
          <p:cNvPr id="57" name="CustomShape 15">
            <a:extLst>
              <a:ext uri="{FF2B5EF4-FFF2-40B4-BE49-F238E27FC236}">
                <a16:creationId xmlns:a16="http://schemas.microsoft.com/office/drawing/2014/main" id="{DB8E2469-E5D1-4237-AED9-E58C24376B56}"/>
              </a:ext>
            </a:extLst>
          </p:cNvPr>
          <p:cNvSpPr/>
          <p:nvPr/>
        </p:nvSpPr>
        <p:spPr>
          <a:xfrm>
            <a:off x="4618164" y="4165439"/>
            <a:ext cx="1114010" cy="335592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Industrial Communications SDK</a:t>
            </a:r>
          </a:p>
        </p:txBody>
      </p:sp>
      <p:sp>
        <p:nvSpPr>
          <p:cNvPr id="58" name="CustomShape 17">
            <a:extLst>
              <a:ext uri="{FF2B5EF4-FFF2-40B4-BE49-F238E27FC236}">
                <a16:creationId xmlns:a16="http://schemas.microsoft.com/office/drawing/2014/main" id="{B9098FA2-9AB5-4668-BA21-339322BCAFAB}"/>
              </a:ext>
            </a:extLst>
          </p:cNvPr>
          <p:cNvSpPr/>
          <p:nvPr/>
        </p:nvSpPr>
        <p:spPr>
          <a:xfrm>
            <a:off x="5579137" y="957319"/>
            <a:ext cx="877730" cy="267823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</a:rPr>
              <a:t>Firmware</a:t>
            </a:r>
            <a:endParaRPr lang="en-IN" sz="1125" spc="-1" dirty="0">
              <a:latin typeface="Arial"/>
            </a:endParaRPr>
          </a:p>
        </p:txBody>
      </p:sp>
      <p:sp>
        <p:nvSpPr>
          <p:cNvPr id="59" name="CustomShape 23">
            <a:extLst>
              <a:ext uri="{FF2B5EF4-FFF2-40B4-BE49-F238E27FC236}">
                <a16:creationId xmlns:a16="http://schemas.microsoft.com/office/drawing/2014/main" id="{0FBE8A6C-DF86-47CE-99BF-6B39BA3F2CDE}"/>
              </a:ext>
            </a:extLst>
          </p:cNvPr>
          <p:cNvSpPr/>
          <p:nvPr/>
        </p:nvSpPr>
        <p:spPr>
          <a:xfrm>
            <a:off x="5579137" y="3695853"/>
            <a:ext cx="877730" cy="3277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ICSS</a:t>
            </a:r>
            <a:endParaRPr lang="en-IN" sz="1000" spc="-1" dirty="0">
              <a:latin typeface="Arial"/>
            </a:endParaRPr>
          </a:p>
        </p:txBody>
      </p:sp>
      <p:sp>
        <p:nvSpPr>
          <p:cNvPr id="60" name="CustomShape 8">
            <a:extLst>
              <a:ext uri="{FF2B5EF4-FFF2-40B4-BE49-F238E27FC236}">
                <a16:creationId xmlns:a16="http://schemas.microsoft.com/office/drawing/2014/main" id="{562E42BB-D1AF-4D67-AB42-32C53E10CC03}"/>
              </a:ext>
            </a:extLst>
          </p:cNvPr>
          <p:cNvSpPr/>
          <p:nvPr/>
        </p:nvSpPr>
        <p:spPr>
          <a:xfrm>
            <a:off x="5669746" y="1803421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EtherNet/IP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CustomShape 8">
            <a:extLst>
              <a:ext uri="{FF2B5EF4-FFF2-40B4-BE49-F238E27FC236}">
                <a16:creationId xmlns:a16="http://schemas.microsoft.com/office/drawing/2014/main" id="{A8613434-FC6B-4320-9913-B9FBE0D18C1A}"/>
              </a:ext>
            </a:extLst>
          </p:cNvPr>
          <p:cNvSpPr/>
          <p:nvPr/>
        </p:nvSpPr>
        <p:spPr>
          <a:xfrm>
            <a:off x="5678728" y="2485352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CustomShape 8">
            <a:extLst>
              <a:ext uri="{FF2B5EF4-FFF2-40B4-BE49-F238E27FC236}">
                <a16:creationId xmlns:a16="http://schemas.microsoft.com/office/drawing/2014/main" id="{3AB265B1-6A15-46F0-9938-A6393ADDD4BA}"/>
              </a:ext>
            </a:extLst>
          </p:cNvPr>
          <p:cNvSpPr/>
          <p:nvPr/>
        </p:nvSpPr>
        <p:spPr>
          <a:xfrm>
            <a:off x="4740358" y="1140669"/>
            <a:ext cx="501076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IOLINK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ustomShape 4">
            <a:extLst>
              <a:ext uri="{FF2B5EF4-FFF2-40B4-BE49-F238E27FC236}">
                <a16:creationId xmlns:a16="http://schemas.microsoft.com/office/drawing/2014/main" id="{31575CFA-6CDA-4C5E-9CBA-7612DCC9D49F}"/>
              </a:ext>
            </a:extLst>
          </p:cNvPr>
          <p:cNvSpPr/>
          <p:nvPr/>
        </p:nvSpPr>
        <p:spPr>
          <a:xfrm>
            <a:off x="2623370" y="2486461"/>
            <a:ext cx="587485" cy="31430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SOC Peripheral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CustomShape 14">
            <a:extLst>
              <a:ext uri="{FF2B5EF4-FFF2-40B4-BE49-F238E27FC236}">
                <a16:creationId xmlns:a16="http://schemas.microsoft.com/office/drawing/2014/main" id="{8D6446DB-253F-44C7-AA64-956E4678C5A5}"/>
              </a:ext>
            </a:extLst>
          </p:cNvPr>
          <p:cNvSpPr/>
          <p:nvPr/>
        </p:nvSpPr>
        <p:spPr>
          <a:xfrm>
            <a:off x="1017221" y="2354403"/>
            <a:ext cx="4476710" cy="542925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Drivers </a:t>
            </a:r>
          </a:p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lang="en-IN" sz="1125" spc="-1" dirty="0">
                <a:latin typeface="Arial"/>
              </a:rPr>
              <a:t> </a:t>
            </a: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lang="en-IN" sz="1125" spc="-1" dirty="0">
              <a:latin typeface="Arial"/>
            </a:endParaRPr>
          </a:p>
        </p:txBody>
      </p:sp>
      <p:sp>
        <p:nvSpPr>
          <p:cNvPr id="65" name="CustomShape 15">
            <a:extLst>
              <a:ext uri="{FF2B5EF4-FFF2-40B4-BE49-F238E27FC236}">
                <a16:creationId xmlns:a16="http://schemas.microsoft.com/office/drawing/2014/main" id="{4BBC5DB1-53F2-4D5E-A6F9-CB8C0331E3EB}"/>
              </a:ext>
            </a:extLst>
          </p:cNvPr>
          <p:cNvSpPr/>
          <p:nvPr/>
        </p:nvSpPr>
        <p:spPr>
          <a:xfrm>
            <a:off x="1925449" y="2486847"/>
            <a:ext cx="584480" cy="31353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Board Peripheral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CustomShape 15">
            <a:extLst>
              <a:ext uri="{FF2B5EF4-FFF2-40B4-BE49-F238E27FC236}">
                <a16:creationId xmlns:a16="http://schemas.microsoft.com/office/drawing/2014/main" id="{A4DA8C57-A76D-4852-9025-EE496583FEBA}"/>
              </a:ext>
            </a:extLst>
          </p:cNvPr>
          <p:cNvSpPr/>
          <p:nvPr/>
        </p:nvSpPr>
        <p:spPr>
          <a:xfrm>
            <a:off x="4025222" y="2494011"/>
            <a:ext cx="579226" cy="31058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 FW HAL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CustomShape 15">
            <a:extLst>
              <a:ext uri="{FF2B5EF4-FFF2-40B4-BE49-F238E27FC236}">
                <a16:creationId xmlns:a16="http://schemas.microsoft.com/office/drawing/2014/main" id="{BA954033-0EAF-42D4-806D-375DFBEBB11D}"/>
              </a:ext>
            </a:extLst>
          </p:cNvPr>
          <p:cNvSpPr/>
          <p:nvPr/>
        </p:nvSpPr>
        <p:spPr>
          <a:xfrm>
            <a:off x="4717889" y="2486075"/>
            <a:ext cx="706460" cy="31507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EtherNet/IP FW HAL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CustomShape 4">
            <a:extLst>
              <a:ext uri="{FF2B5EF4-FFF2-40B4-BE49-F238E27FC236}">
                <a16:creationId xmlns:a16="http://schemas.microsoft.com/office/drawing/2014/main" id="{D32585E2-BF01-48E3-9C7B-529384C18850}"/>
              </a:ext>
            </a:extLst>
          </p:cNvPr>
          <p:cNvSpPr/>
          <p:nvPr/>
        </p:nvSpPr>
        <p:spPr>
          <a:xfrm>
            <a:off x="3324296" y="2486461"/>
            <a:ext cx="587485" cy="31430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ICSS EMAC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6627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29B-986F-4361-8441-2202045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75" y="107163"/>
            <a:ext cx="8458200" cy="610791"/>
          </a:xfrm>
        </p:spPr>
        <p:txBody>
          <a:bodyPr/>
          <a:lstStyle/>
          <a:p>
            <a:r>
              <a:rPr lang="en-US" sz="2400" dirty="0"/>
              <a:t>Industrial Communications SDK </a:t>
            </a:r>
            <a:r>
              <a:rPr lang="en-US" sz="2400" dirty="0">
                <a:solidFill>
                  <a:schemeClr val="tx1"/>
                </a:solidFill>
              </a:rPr>
              <a:t>| Component Mapping</a:t>
            </a:r>
          </a:p>
        </p:txBody>
      </p:sp>
      <p:sp>
        <p:nvSpPr>
          <p:cNvPr id="93" name="CustomShape 1">
            <a:extLst>
              <a:ext uri="{FF2B5EF4-FFF2-40B4-BE49-F238E27FC236}">
                <a16:creationId xmlns:a16="http://schemas.microsoft.com/office/drawing/2014/main" id="{F2BD7EF1-9939-4343-B882-9BB7D2B6DE8E}"/>
              </a:ext>
            </a:extLst>
          </p:cNvPr>
          <p:cNvSpPr/>
          <p:nvPr/>
        </p:nvSpPr>
        <p:spPr>
          <a:xfrm>
            <a:off x="585455" y="2976642"/>
            <a:ext cx="5564342" cy="666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OS Kernel</a:t>
            </a:r>
            <a:endParaRPr lang="en-IN" sz="1125" spc="-1" dirty="0">
              <a:latin typeface="Arial"/>
            </a:endParaRPr>
          </a:p>
        </p:txBody>
      </p:sp>
      <p:sp>
        <p:nvSpPr>
          <p:cNvPr id="94" name="CustomShape 3">
            <a:extLst>
              <a:ext uri="{FF2B5EF4-FFF2-40B4-BE49-F238E27FC236}">
                <a16:creationId xmlns:a16="http://schemas.microsoft.com/office/drawing/2014/main" id="{F396EB7B-63A1-4BA5-B2F2-757577BDD2A9}"/>
              </a:ext>
            </a:extLst>
          </p:cNvPr>
          <p:cNvSpPr/>
          <p:nvPr/>
        </p:nvSpPr>
        <p:spPr>
          <a:xfrm>
            <a:off x="2694450" y="3024342"/>
            <a:ext cx="3350358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lang="en-IN" sz="1000" spc="-1" dirty="0">
              <a:latin typeface="Arial"/>
            </a:endParaRPr>
          </a:p>
        </p:txBody>
      </p:sp>
      <p:sp>
        <p:nvSpPr>
          <p:cNvPr id="96" name="CustomShape 5">
            <a:extLst>
              <a:ext uri="{FF2B5EF4-FFF2-40B4-BE49-F238E27FC236}">
                <a16:creationId xmlns:a16="http://schemas.microsoft.com/office/drawing/2014/main" id="{59C50511-9CD0-4024-89B9-50BB30830633}"/>
              </a:ext>
            </a:extLst>
          </p:cNvPr>
          <p:cNvSpPr/>
          <p:nvPr/>
        </p:nvSpPr>
        <p:spPr>
          <a:xfrm>
            <a:off x="4358243" y="3310092"/>
            <a:ext cx="1686565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lang="en-IN" sz="1000" spc="-1" dirty="0">
              <a:latin typeface="Arial"/>
            </a:endParaRPr>
          </a:p>
        </p:txBody>
      </p:sp>
      <p:sp>
        <p:nvSpPr>
          <p:cNvPr id="97" name="CustomShape 6">
            <a:extLst>
              <a:ext uri="{FF2B5EF4-FFF2-40B4-BE49-F238E27FC236}">
                <a16:creationId xmlns:a16="http://schemas.microsoft.com/office/drawing/2014/main" id="{4EC958E8-FC03-4C5C-9647-29B758349B13}"/>
              </a:ext>
            </a:extLst>
          </p:cNvPr>
          <p:cNvSpPr/>
          <p:nvPr/>
        </p:nvSpPr>
        <p:spPr>
          <a:xfrm>
            <a:off x="2694449" y="3310092"/>
            <a:ext cx="1570419" cy="2373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lang="en-IN" sz="1000" spc="-1" dirty="0">
              <a:latin typeface="Arial"/>
            </a:endParaRPr>
          </a:p>
        </p:txBody>
      </p:sp>
      <p:sp>
        <p:nvSpPr>
          <p:cNvPr id="98" name="CustomShape 7">
            <a:extLst>
              <a:ext uri="{FF2B5EF4-FFF2-40B4-BE49-F238E27FC236}">
                <a16:creationId xmlns:a16="http://schemas.microsoft.com/office/drawing/2014/main" id="{BBDFF6FF-96DF-415E-B361-BF5DECAA8CF2}"/>
              </a:ext>
            </a:extLst>
          </p:cNvPr>
          <p:cNvSpPr/>
          <p:nvPr/>
        </p:nvSpPr>
        <p:spPr>
          <a:xfrm>
            <a:off x="1444397" y="3024342"/>
            <a:ext cx="1156677" cy="5231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lang="en-IN" sz="1000" spc="-1" dirty="0">
              <a:latin typeface="Arial"/>
            </a:endParaRPr>
          </a:p>
        </p:txBody>
      </p:sp>
      <p:sp>
        <p:nvSpPr>
          <p:cNvPr id="99" name="CustomShape 8">
            <a:extLst>
              <a:ext uri="{FF2B5EF4-FFF2-40B4-BE49-F238E27FC236}">
                <a16:creationId xmlns:a16="http://schemas.microsoft.com/office/drawing/2014/main" id="{300ACF90-638E-45E4-AA50-B7E85398CF97}"/>
              </a:ext>
            </a:extLst>
          </p:cNvPr>
          <p:cNvSpPr/>
          <p:nvPr/>
        </p:nvSpPr>
        <p:spPr>
          <a:xfrm>
            <a:off x="2449638" y="1155590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</a:rPr>
              <a:t>EtherNet</a:t>
            </a:r>
            <a:r>
              <a:rPr lang="en-US" sz="800" spc="-1" dirty="0">
                <a:solidFill>
                  <a:srgbClr val="000000"/>
                </a:solidFill>
              </a:rPr>
              <a:t>/IP</a:t>
            </a:r>
            <a:endParaRPr lang="en-IN" sz="800" spc="-1" dirty="0">
              <a:solidFill>
                <a:srgbClr val="000000"/>
              </a:solidFill>
            </a:endParaRPr>
          </a:p>
        </p:txBody>
      </p:sp>
      <p:sp>
        <p:nvSpPr>
          <p:cNvPr id="102" name="CustomShape 12">
            <a:extLst>
              <a:ext uri="{FF2B5EF4-FFF2-40B4-BE49-F238E27FC236}">
                <a16:creationId xmlns:a16="http://schemas.microsoft.com/office/drawing/2014/main" id="{F05CDA84-E504-4691-94C8-9C5429659CBF}"/>
              </a:ext>
            </a:extLst>
          </p:cNvPr>
          <p:cNvSpPr/>
          <p:nvPr/>
        </p:nvSpPr>
        <p:spPr>
          <a:xfrm>
            <a:off x="585454" y="1641714"/>
            <a:ext cx="5574783" cy="66600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Protocol stacks</a:t>
            </a:r>
            <a:endParaRPr lang="en-IN" sz="1125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125" spc="-1">
                <a:solidFill>
                  <a:srgbClr val="000000"/>
                </a:solidFill>
                <a:latin typeface="Arial"/>
                <a:ea typeface="DejaVu Sans"/>
              </a:rPr>
              <a:t>And Middleware</a:t>
            </a:r>
            <a:endParaRPr lang="en-IN" sz="1125" spc="-1">
              <a:latin typeface="Arial"/>
            </a:endParaRPr>
          </a:p>
        </p:txBody>
      </p:sp>
      <p:sp>
        <p:nvSpPr>
          <p:cNvPr id="105" name="CustomShape 16">
            <a:extLst>
              <a:ext uri="{FF2B5EF4-FFF2-40B4-BE49-F238E27FC236}">
                <a16:creationId xmlns:a16="http://schemas.microsoft.com/office/drawing/2014/main" id="{4F3D06DA-9050-4F82-9322-CFBBA934B192}"/>
              </a:ext>
            </a:extLst>
          </p:cNvPr>
          <p:cNvSpPr/>
          <p:nvPr/>
        </p:nvSpPr>
        <p:spPr>
          <a:xfrm>
            <a:off x="585455" y="964408"/>
            <a:ext cx="5574783" cy="612932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lang="en-IN" sz="1125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lang="en-IN" sz="1125" spc="-1" dirty="0">
              <a:latin typeface="Arial"/>
            </a:endParaRPr>
          </a:p>
        </p:txBody>
      </p:sp>
      <p:sp>
        <p:nvSpPr>
          <p:cNvPr id="106" name="CustomShape 17">
            <a:extLst>
              <a:ext uri="{FF2B5EF4-FFF2-40B4-BE49-F238E27FC236}">
                <a16:creationId xmlns:a16="http://schemas.microsoft.com/office/drawing/2014/main" id="{A732682E-0FAC-4756-92C6-C873E4A1FBF8}"/>
              </a:ext>
            </a:extLst>
          </p:cNvPr>
          <p:cNvSpPr/>
          <p:nvPr/>
        </p:nvSpPr>
        <p:spPr>
          <a:xfrm>
            <a:off x="7214294" y="964406"/>
            <a:ext cx="1197900" cy="2678235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lang="en-IN" sz="1125" spc="-1" dirty="0">
              <a:latin typeface="Arial"/>
            </a:endParaRPr>
          </a:p>
        </p:txBody>
      </p:sp>
      <p:sp>
        <p:nvSpPr>
          <p:cNvPr id="107" name="CustomShape 18">
            <a:extLst>
              <a:ext uri="{FF2B5EF4-FFF2-40B4-BE49-F238E27FC236}">
                <a16:creationId xmlns:a16="http://schemas.microsoft.com/office/drawing/2014/main" id="{18303473-FA0C-4E6A-A716-8B344B585B1F}"/>
              </a:ext>
            </a:extLst>
          </p:cNvPr>
          <p:cNvSpPr/>
          <p:nvPr/>
        </p:nvSpPr>
        <p:spPr>
          <a:xfrm>
            <a:off x="7307669" y="2285838"/>
            <a:ext cx="1001475" cy="2891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SysConfig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19">
            <a:extLst>
              <a:ext uri="{FF2B5EF4-FFF2-40B4-BE49-F238E27FC236}">
                <a16:creationId xmlns:a16="http://schemas.microsoft.com/office/drawing/2014/main" id="{8EDCC865-568A-435E-BF7C-851D917BF793}"/>
              </a:ext>
            </a:extLst>
          </p:cNvPr>
          <p:cNvSpPr/>
          <p:nvPr/>
        </p:nvSpPr>
        <p:spPr>
          <a:xfrm>
            <a:off x="7307669" y="3115268"/>
            <a:ext cx="1001475" cy="4531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Code Composer Studio (CCS)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CustomShape 20">
            <a:extLst>
              <a:ext uri="{FF2B5EF4-FFF2-40B4-BE49-F238E27FC236}">
                <a16:creationId xmlns:a16="http://schemas.microsoft.com/office/drawing/2014/main" id="{A0D9FC60-4F5B-4105-8563-5EFE48BD0569}"/>
              </a:ext>
            </a:extLst>
          </p:cNvPr>
          <p:cNvSpPr/>
          <p:nvPr/>
        </p:nvSpPr>
        <p:spPr>
          <a:xfrm>
            <a:off x="7307669" y="2650706"/>
            <a:ext cx="1001475" cy="38835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TI CLANG Compiler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ustomShape 21">
            <a:extLst>
              <a:ext uri="{FF2B5EF4-FFF2-40B4-BE49-F238E27FC236}">
                <a16:creationId xmlns:a16="http://schemas.microsoft.com/office/drawing/2014/main" id="{09D8FDC2-2E2B-4C96-9E1C-41CEC48BD62A}"/>
              </a:ext>
            </a:extLst>
          </p:cNvPr>
          <p:cNvSpPr/>
          <p:nvPr/>
        </p:nvSpPr>
        <p:spPr>
          <a:xfrm>
            <a:off x="7307669" y="1770312"/>
            <a:ext cx="1001475" cy="43624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TI Resource Explorer (TIREX)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CustomShape 22">
            <a:extLst>
              <a:ext uri="{FF2B5EF4-FFF2-40B4-BE49-F238E27FC236}">
                <a16:creationId xmlns:a16="http://schemas.microsoft.com/office/drawing/2014/main" id="{EB428E7A-3FA5-49EF-BD88-DE4809590EBB}"/>
              </a:ext>
            </a:extLst>
          </p:cNvPr>
          <p:cNvSpPr/>
          <p:nvPr/>
        </p:nvSpPr>
        <p:spPr>
          <a:xfrm>
            <a:off x="585455" y="3695067"/>
            <a:ext cx="5564342" cy="3355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ARM R5F, ARM M4F + SOC peripherals + EVM peripherals</a:t>
            </a:r>
            <a:endParaRPr lang="en-IN" sz="1000" spc="-1" dirty="0">
              <a:latin typeface="Arial"/>
            </a:endParaRPr>
          </a:p>
        </p:txBody>
      </p:sp>
      <p:sp>
        <p:nvSpPr>
          <p:cNvPr id="112" name="CustomShape 23">
            <a:extLst>
              <a:ext uri="{FF2B5EF4-FFF2-40B4-BE49-F238E27FC236}">
                <a16:creationId xmlns:a16="http://schemas.microsoft.com/office/drawing/2014/main" id="{03A1A3BF-D144-4FDC-942A-8AA5E0B37952}"/>
              </a:ext>
            </a:extLst>
          </p:cNvPr>
          <p:cNvSpPr/>
          <p:nvPr/>
        </p:nvSpPr>
        <p:spPr>
          <a:xfrm>
            <a:off x="7214294" y="3702942"/>
            <a:ext cx="1197900" cy="3277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lang="en-IN" sz="1000" spc="-1" dirty="0">
              <a:latin typeface="Arial"/>
            </a:endParaRPr>
          </a:p>
        </p:txBody>
      </p:sp>
      <p:sp>
        <p:nvSpPr>
          <p:cNvPr id="113" name="CustomShape 24">
            <a:extLst>
              <a:ext uri="{FF2B5EF4-FFF2-40B4-BE49-F238E27FC236}">
                <a16:creationId xmlns:a16="http://schemas.microsoft.com/office/drawing/2014/main" id="{F7FC4F91-0E6E-4B6E-BF07-BC51B5C929A5}"/>
              </a:ext>
            </a:extLst>
          </p:cNvPr>
          <p:cNvSpPr/>
          <p:nvPr/>
        </p:nvSpPr>
        <p:spPr>
          <a:xfrm>
            <a:off x="1702917" y="1149825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EtherCAT</a:t>
            </a:r>
            <a:endParaRPr lang="en-IN" sz="800" spc="-1" dirty="0">
              <a:solidFill>
                <a:srgbClr val="000000"/>
              </a:solidFill>
            </a:endParaRPr>
          </a:p>
        </p:txBody>
      </p:sp>
      <p:sp>
        <p:nvSpPr>
          <p:cNvPr id="114" name="CustomShape 25">
            <a:extLst>
              <a:ext uri="{FF2B5EF4-FFF2-40B4-BE49-F238E27FC236}">
                <a16:creationId xmlns:a16="http://schemas.microsoft.com/office/drawing/2014/main" id="{DCFBB7F5-443D-4495-A25F-BDA3B199691F}"/>
              </a:ext>
            </a:extLst>
          </p:cNvPr>
          <p:cNvSpPr/>
          <p:nvPr/>
        </p:nvSpPr>
        <p:spPr>
          <a:xfrm>
            <a:off x="7305981" y="1150682"/>
            <a:ext cx="1001475" cy="54419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000" spc="-1" dirty="0">
                <a:solidFill>
                  <a:srgbClr val="FFFFFF"/>
                </a:solidFill>
                <a:latin typeface="Arial"/>
              </a:rPr>
              <a:t>SDK Tools (Flashing, Boot, …)</a:t>
            </a:r>
            <a:endParaRPr lang="en-IN" sz="1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CustomShape 26">
            <a:extLst>
              <a:ext uri="{FF2B5EF4-FFF2-40B4-BE49-F238E27FC236}">
                <a16:creationId xmlns:a16="http://schemas.microsoft.com/office/drawing/2014/main" id="{448D405C-0F0C-446E-8E4D-572852DFD20C}"/>
              </a:ext>
            </a:extLst>
          </p:cNvPr>
          <p:cNvSpPr/>
          <p:nvPr/>
        </p:nvSpPr>
        <p:spPr>
          <a:xfrm>
            <a:off x="1683529" y="1808889"/>
            <a:ext cx="660291" cy="32451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LwIP  (TCP/UDP)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CustomShape 13">
            <a:extLst>
              <a:ext uri="{FF2B5EF4-FFF2-40B4-BE49-F238E27FC236}">
                <a16:creationId xmlns:a16="http://schemas.microsoft.com/office/drawing/2014/main" id="{CB470632-7412-49E6-9251-4BC2A9470616}"/>
              </a:ext>
            </a:extLst>
          </p:cNvPr>
          <p:cNvSpPr/>
          <p:nvPr/>
        </p:nvSpPr>
        <p:spPr>
          <a:xfrm>
            <a:off x="2380004" y="1823794"/>
            <a:ext cx="660291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CustomShape 13">
            <a:extLst>
              <a:ext uri="{FF2B5EF4-FFF2-40B4-BE49-F238E27FC236}">
                <a16:creationId xmlns:a16="http://schemas.microsoft.com/office/drawing/2014/main" id="{82E17F80-BB62-4003-94D5-1DE033FF00FF}"/>
              </a:ext>
            </a:extLst>
          </p:cNvPr>
          <p:cNvSpPr/>
          <p:nvPr/>
        </p:nvSpPr>
        <p:spPr>
          <a:xfrm>
            <a:off x="3125631" y="1830504"/>
            <a:ext cx="661490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  <a:latin typeface="Arial"/>
              </a:rPr>
              <a:t>EtherNet</a:t>
            </a:r>
            <a:r>
              <a:rPr lang="en-US" sz="800" spc="-1" dirty="0">
                <a:solidFill>
                  <a:srgbClr val="000000"/>
                </a:solidFill>
                <a:latin typeface="Arial"/>
              </a:rPr>
              <a:t>/IP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CustomShape 13">
            <a:extLst>
              <a:ext uri="{FF2B5EF4-FFF2-40B4-BE49-F238E27FC236}">
                <a16:creationId xmlns:a16="http://schemas.microsoft.com/office/drawing/2014/main" id="{15F42B19-1522-4C34-8453-0A9DF926371C}"/>
              </a:ext>
            </a:extLst>
          </p:cNvPr>
          <p:cNvSpPr/>
          <p:nvPr/>
        </p:nvSpPr>
        <p:spPr>
          <a:xfrm>
            <a:off x="3850135" y="1830504"/>
            <a:ext cx="501106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IOLINK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CustomShape 13">
            <a:extLst>
              <a:ext uri="{FF2B5EF4-FFF2-40B4-BE49-F238E27FC236}">
                <a16:creationId xmlns:a16="http://schemas.microsoft.com/office/drawing/2014/main" id="{7D442C8E-9CEC-424B-B472-19C40537AC37}"/>
              </a:ext>
            </a:extLst>
          </p:cNvPr>
          <p:cNvSpPr/>
          <p:nvPr/>
        </p:nvSpPr>
        <p:spPr>
          <a:xfrm>
            <a:off x="4414255" y="1841166"/>
            <a:ext cx="627648" cy="25556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PROFINET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CustomShape 13">
            <a:extLst>
              <a:ext uri="{FF2B5EF4-FFF2-40B4-BE49-F238E27FC236}">
                <a16:creationId xmlns:a16="http://schemas.microsoft.com/office/drawing/2014/main" id="{76E2259F-8B4D-4A90-824C-BD1005B007ED}"/>
              </a:ext>
            </a:extLst>
          </p:cNvPr>
          <p:cNvSpPr/>
          <p:nvPr/>
        </p:nvSpPr>
        <p:spPr>
          <a:xfrm>
            <a:off x="5123449" y="1844101"/>
            <a:ext cx="956745" cy="261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 IOLINK Gateway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ustomShape 8">
            <a:extLst>
              <a:ext uri="{FF2B5EF4-FFF2-40B4-BE49-F238E27FC236}">
                <a16:creationId xmlns:a16="http://schemas.microsoft.com/office/drawing/2014/main" id="{002ED6A7-143E-4519-97EF-48B3D166EC5C}"/>
              </a:ext>
            </a:extLst>
          </p:cNvPr>
          <p:cNvSpPr/>
          <p:nvPr/>
        </p:nvSpPr>
        <p:spPr>
          <a:xfrm>
            <a:off x="4443448" y="1138430"/>
            <a:ext cx="893130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EtherCAT IOLINK Gateway</a:t>
            </a:r>
            <a:endParaRPr lang="en-IN" sz="800" spc="-1" dirty="0">
              <a:solidFill>
                <a:srgbClr val="000000"/>
              </a:solidFill>
            </a:endParaRPr>
          </a:p>
        </p:txBody>
      </p:sp>
      <p:sp>
        <p:nvSpPr>
          <p:cNvPr id="135" name="CustomShape 24">
            <a:extLst>
              <a:ext uri="{FF2B5EF4-FFF2-40B4-BE49-F238E27FC236}">
                <a16:creationId xmlns:a16="http://schemas.microsoft.com/office/drawing/2014/main" id="{1B94C8AB-5DBE-4042-BBD6-4983A154422B}"/>
              </a:ext>
            </a:extLst>
          </p:cNvPr>
          <p:cNvSpPr/>
          <p:nvPr/>
        </p:nvSpPr>
        <p:spPr>
          <a:xfrm>
            <a:off x="5403107" y="1140715"/>
            <a:ext cx="677087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HSR/PRP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CustomShape 7">
            <a:extLst>
              <a:ext uri="{FF2B5EF4-FFF2-40B4-BE49-F238E27FC236}">
                <a16:creationId xmlns:a16="http://schemas.microsoft.com/office/drawing/2014/main" id="{63348C38-19BF-49D5-8C54-18BEAF892E69}"/>
              </a:ext>
            </a:extLst>
          </p:cNvPr>
          <p:cNvSpPr/>
          <p:nvPr/>
        </p:nvSpPr>
        <p:spPr>
          <a:xfrm>
            <a:off x="2634423" y="4173098"/>
            <a:ext cx="1114010" cy="33559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MCU + SDK </a:t>
            </a:r>
            <a:endParaRPr lang="en-IN" sz="1000" spc="-1" dirty="0">
              <a:latin typeface="Arial"/>
            </a:endParaRPr>
          </a:p>
        </p:txBody>
      </p:sp>
      <p:sp>
        <p:nvSpPr>
          <p:cNvPr id="138" name="CustomShape 15">
            <a:extLst>
              <a:ext uri="{FF2B5EF4-FFF2-40B4-BE49-F238E27FC236}">
                <a16:creationId xmlns:a16="http://schemas.microsoft.com/office/drawing/2014/main" id="{88907D93-095F-44B5-98AB-8FC3C08A34E4}"/>
              </a:ext>
            </a:extLst>
          </p:cNvPr>
          <p:cNvSpPr/>
          <p:nvPr/>
        </p:nvSpPr>
        <p:spPr>
          <a:xfrm>
            <a:off x="3912370" y="4173098"/>
            <a:ext cx="1114010" cy="335592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Industrial Communications SDK</a:t>
            </a:r>
          </a:p>
        </p:txBody>
      </p:sp>
      <p:sp>
        <p:nvSpPr>
          <p:cNvPr id="47" name="CustomShape 17">
            <a:extLst>
              <a:ext uri="{FF2B5EF4-FFF2-40B4-BE49-F238E27FC236}">
                <a16:creationId xmlns:a16="http://schemas.microsoft.com/office/drawing/2014/main" id="{4291FF05-F6CE-4A38-84EE-58927DBC4826}"/>
              </a:ext>
            </a:extLst>
          </p:cNvPr>
          <p:cNvSpPr/>
          <p:nvPr/>
        </p:nvSpPr>
        <p:spPr>
          <a:xfrm>
            <a:off x="6245444" y="964408"/>
            <a:ext cx="877730" cy="267823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</a:rPr>
              <a:t>Firmware</a:t>
            </a:r>
            <a:endParaRPr lang="en-IN" sz="1125" spc="-1" dirty="0">
              <a:latin typeface="Arial"/>
            </a:endParaRPr>
          </a:p>
        </p:txBody>
      </p:sp>
      <p:sp>
        <p:nvSpPr>
          <p:cNvPr id="52" name="CustomShape 23">
            <a:extLst>
              <a:ext uri="{FF2B5EF4-FFF2-40B4-BE49-F238E27FC236}">
                <a16:creationId xmlns:a16="http://schemas.microsoft.com/office/drawing/2014/main" id="{7BCD0863-F6ED-4DC4-983E-37943352EE5E}"/>
              </a:ext>
            </a:extLst>
          </p:cNvPr>
          <p:cNvSpPr/>
          <p:nvPr/>
        </p:nvSpPr>
        <p:spPr>
          <a:xfrm>
            <a:off x="6245444" y="3702942"/>
            <a:ext cx="877730" cy="3277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spc="-1" dirty="0">
                <a:solidFill>
                  <a:srgbClr val="FFFFFF"/>
                </a:solidFill>
                <a:latin typeface="Arial"/>
                <a:ea typeface="DejaVu Sans"/>
              </a:rPr>
              <a:t>ICSS</a:t>
            </a:r>
            <a:endParaRPr lang="en-IN" sz="1000" spc="-1" dirty="0">
              <a:latin typeface="Arial"/>
            </a:endParaRPr>
          </a:p>
        </p:txBody>
      </p:sp>
      <p:sp>
        <p:nvSpPr>
          <p:cNvPr id="54" name="CustomShape 8">
            <a:extLst>
              <a:ext uri="{FF2B5EF4-FFF2-40B4-BE49-F238E27FC236}">
                <a16:creationId xmlns:a16="http://schemas.microsoft.com/office/drawing/2014/main" id="{12F95B4D-3759-4104-8D58-EAF6518E9F95}"/>
              </a:ext>
            </a:extLst>
          </p:cNvPr>
          <p:cNvSpPr/>
          <p:nvPr/>
        </p:nvSpPr>
        <p:spPr>
          <a:xfrm>
            <a:off x="6335665" y="1220980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  <a:latin typeface="Arial"/>
              </a:rPr>
              <a:t>EtherNet</a:t>
            </a:r>
            <a:r>
              <a:rPr lang="en-US" sz="800" spc="-1">
                <a:solidFill>
                  <a:srgbClr val="000000"/>
                </a:solidFill>
                <a:latin typeface="Arial"/>
              </a:rPr>
              <a:t>/IP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CustomShape 8">
            <a:extLst>
              <a:ext uri="{FF2B5EF4-FFF2-40B4-BE49-F238E27FC236}">
                <a16:creationId xmlns:a16="http://schemas.microsoft.com/office/drawing/2014/main" id="{D3B83D30-7279-4106-8E40-EC7C6D8CAA48}"/>
              </a:ext>
            </a:extLst>
          </p:cNvPr>
          <p:cNvSpPr/>
          <p:nvPr/>
        </p:nvSpPr>
        <p:spPr>
          <a:xfrm>
            <a:off x="6335666" y="1702576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CustomShape 8">
            <a:extLst>
              <a:ext uri="{FF2B5EF4-FFF2-40B4-BE49-F238E27FC236}">
                <a16:creationId xmlns:a16="http://schemas.microsoft.com/office/drawing/2014/main" id="{F066D251-BD10-4F66-97F8-912DA5134E01}"/>
              </a:ext>
            </a:extLst>
          </p:cNvPr>
          <p:cNvSpPr/>
          <p:nvPr/>
        </p:nvSpPr>
        <p:spPr>
          <a:xfrm>
            <a:off x="6343553" y="2182727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PROFINET</a:t>
            </a:r>
          </a:p>
        </p:txBody>
      </p:sp>
      <p:sp>
        <p:nvSpPr>
          <p:cNvPr id="57" name="CustomShape 8">
            <a:extLst>
              <a:ext uri="{FF2B5EF4-FFF2-40B4-BE49-F238E27FC236}">
                <a16:creationId xmlns:a16="http://schemas.microsoft.com/office/drawing/2014/main" id="{88B97E17-05DC-49D0-B861-F3FA96A2799E}"/>
              </a:ext>
            </a:extLst>
          </p:cNvPr>
          <p:cNvSpPr/>
          <p:nvPr/>
        </p:nvSpPr>
        <p:spPr>
          <a:xfrm>
            <a:off x="6335667" y="2662878"/>
            <a:ext cx="696511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000000"/>
                </a:solidFill>
                <a:latin typeface="Arial"/>
              </a:rPr>
              <a:t>HSR</a:t>
            </a:r>
            <a:r>
              <a:rPr lang="en-IN" sz="800" spc="-1">
                <a:solidFill>
                  <a:srgbClr val="000000"/>
                </a:solidFill>
                <a:latin typeface="Arial"/>
              </a:rPr>
              <a:t>/PRP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CustomShape 8">
            <a:extLst>
              <a:ext uri="{FF2B5EF4-FFF2-40B4-BE49-F238E27FC236}">
                <a16:creationId xmlns:a16="http://schemas.microsoft.com/office/drawing/2014/main" id="{9B88924C-E2C0-4454-9570-B8AE32A9838D}"/>
              </a:ext>
            </a:extLst>
          </p:cNvPr>
          <p:cNvSpPr/>
          <p:nvPr/>
        </p:nvSpPr>
        <p:spPr>
          <a:xfrm>
            <a:off x="6343554" y="3143029"/>
            <a:ext cx="696511" cy="28102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800" spc="-1" dirty="0">
                <a:solidFill>
                  <a:srgbClr val="FFFFFF"/>
                </a:solidFill>
                <a:latin typeface="Arial"/>
              </a:rPr>
              <a:t>ENET MAC/Switch</a:t>
            </a:r>
          </a:p>
        </p:txBody>
      </p:sp>
      <p:sp>
        <p:nvSpPr>
          <p:cNvPr id="60" name="CustomShape 8">
            <a:extLst>
              <a:ext uri="{FF2B5EF4-FFF2-40B4-BE49-F238E27FC236}">
                <a16:creationId xmlns:a16="http://schemas.microsoft.com/office/drawing/2014/main" id="{AFCA26DE-C2C0-4726-B3B8-382C307C9245}"/>
              </a:ext>
            </a:extLst>
          </p:cNvPr>
          <p:cNvSpPr/>
          <p:nvPr/>
        </p:nvSpPr>
        <p:spPr>
          <a:xfrm>
            <a:off x="3178613" y="1159337"/>
            <a:ext cx="501076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</a:rPr>
              <a:t>IOLINK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CustomShape 13">
            <a:extLst>
              <a:ext uri="{FF2B5EF4-FFF2-40B4-BE49-F238E27FC236}">
                <a16:creationId xmlns:a16="http://schemas.microsoft.com/office/drawing/2014/main" id="{E677CD8D-C283-486B-81B1-842CA395B0FC}"/>
              </a:ext>
            </a:extLst>
          </p:cNvPr>
          <p:cNvSpPr/>
          <p:nvPr/>
        </p:nvSpPr>
        <p:spPr>
          <a:xfrm>
            <a:off x="3748433" y="1146963"/>
            <a:ext cx="628486" cy="2810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PROFINET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CustomShape 4">
            <a:extLst>
              <a:ext uri="{FF2B5EF4-FFF2-40B4-BE49-F238E27FC236}">
                <a16:creationId xmlns:a16="http://schemas.microsoft.com/office/drawing/2014/main" id="{14FA41DA-0494-4870-B5A4-B6D29DA9CC76}"/>
              </a:ext>
            </a:extLst>
          </p:cNvPr>
          <p:cNvSpPr/>
          <p:nvPr/>
        </p:nvSpPr>
        <p:spPr>
          <a:xfrm>
            <a:off x="1853987" y="2494076"/>
            <a:ext cx="587485" cy="31430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SOC Peripheral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CustomShape 14">
            <a:extLst>
              <a:ext uri="{FF2B5EF4-FFF2-40B4-BE49-F238E27FC236}">
                <a16:creationId xmlns:a16="http://schemas.microsoft.com/office/drawing/2014/main" id="{5FC96578-D79B-445A-A1D8-8A8FE1947032}"/>
              </a:ext>
            </a:extLst>
          </p:cNvPr>
          <p:cNvSpPr/>
          <p:nvPr/>
        </p:nvSpPr>
        <p:spPr>
          <a:xfrm>
            <a:off x="585455" y="2361492"/>
            <a:ext cx="5574783" cy="542925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Drivers </a:t>
            </a:r>
          </a:p>
          <a:p>
            <a:pPr>
              <a:lnSpc>
                <a:spcPct val="100000"/>
              </a:lnSpc>
              <a:buNone/>
            </a:pP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lang="en-IN" sz="1125" spc="-1" dirty="0">
                <a:latin typeface="Arial"/>
              </a:rPr>
              <a:t> </a:t>
            </a:r>
            <a:r>
              <a:rPr lang="en-US" sz="1125" spc="-1" dirty="0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lang="en-IN" sz="1125" spc="-1" dirty="0">
              <a:latin typeface="Arial"/>
            </a:endParaRPr>
          </a:p>
        </p:txBody>
      </p:sp>
      <p:sp>
        <p:nvSpPr>
          <p:cNvPr id="51" name="CustomShape 15">
            <a:extLst>
              <a:ext uri="{FF2B5EF4-FFF2-40B4-BE49-F238E27FC236}">
                <a16:creationId xmlns:a16="http://schemas.microsoft.com/office/drawing/2014/main" id="{CCEE26B7-4B85-4CCD-A6E4-26E89EDBE7F3}"/>
              </a:ext>
            </a:extLst>
          </p:cNvPr>
          <p:cNvSpPr/>
          <p:nvPr/>
        </p:nvSpPr>
        <p:spPr>
          <a:xfrm>
            <a:off x="1237834" y="2494494"/>
            <a:ext cx="584480" cy="31353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FFFFFF"/>
                </a:solidFill>
                <a:latin typeface="Arial"/>
              </a:rPr>
              <a:t>Board Peripheral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CustomShape 15">
            <a:extLst>
              <a:ext uri="{FF2B5EF4-FFF2-40B4-BE49-F238E27FC236}">
                <a16:creationId xmlns:a16="http://schemas.microsoft.com/office/drawing/2014/main" id="{178C8F17-0652-4685-8891-8E108EA3F22B}"/>
              </a:ext>
            </a:extLst>
          </p:cNvPr>
          <p:cNvSpPr/>
          <p:nvPr/>
        </p:nvSpPr>
        <p:spPr>
          <a:xfrm>
            <a:off x="3486073" y="2484514"/>
            <a:ext cx="579226" cy="31058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EtherCAT FW HAL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CustomShape 15">
            <a:extLst>
              <a:ext uri="{FF2B5EF4-FFF2-40B4-BE49-F238E27FC236}">
                <a16:creationId xmlns:a16="http://schemas.microsoft.com/office/drawing/2014/main" id="{4B6A03C8-4A8F-4F65-B513-E20BC5D52585}"/>
              </a:ext>
            </a:extLst>
          </p:cNvPr>
          <p:cNvSpPr/>
          <p:nvPr/>
        </p:nvSpPr>
        <p:spPr>
          <a:xfrm>
            <a:off x="4086752" y="2486694"/>
            <a:ext cx="706460" cy="31507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000000"/>
                </a:solidFill>
                <a:latin typeface="Arial"/>
              </a:rPr>
              <a:t>EtherNet</a:t>
            </a:r>
            <a:r>
              <a:rPr lang="en-US" sz="800" spc="-1" dirty="0">
                <a:solidFill>
                  <a:srgbClr val="000000"/>
                </a:solidFill>
                <a:latin typeface="Arial"/>
              </a:rPr>
              <a:t>/IP FW HAL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ustomShape 15">
            <a:extLst>
              <a:ext uri="{FF2B5EF4-FFF2-40B4-BE49-F238E27FC236}">
                <a16:creationId xmlns:a16="http://schemas.microsoft.com/office/drawing/2014/main" id="{8241264A-5F1F-44F7-91FC-AFCE8DC4ABCC}"/>
              </a:ext>
            </a:extLst>
          </p:cNvPr>
          <p:cNvSpPr/>
          <p:nvPr/>
        </p:nvSpPr>
        <p:spPr>
          <a:xfrm>
            <a:off x="5533271" y="2489896"/>
            <a:ext cx="598130" cy="31507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00" spc="-1" dirty="0">
                <a:solidFill>
                  <a:srgbClr val="000000"/>
                </a:solidFill>
                <a:latin typeface="Arial"/>
                <a:ea typeface="DejaVu Sans"/>
              </a:rPr>
              <a:t>HSR/PRP FW HAL</a:t>
            </a:r>
            <a:endParaRPr lang="en-IN" sz="800" spc="-1" dirty="0">
              <a:latin typeface="Arial"/>
            </a:endParaRPr>
          </a:p>
        </p:txBody>
      </p:sp>
      <p:sp>
        <p:nvSpPr>
          <p:cNvPr id="64" name="CustomShape 15">
            <a:extLst>
              <a:ext uri="{FF2B5EF4-FFF2-40B4-BE49-F238E27FC236}">
                <a16:creationId xmlns:a16="http://schemas.microsoft.com/office/drawing/2014/main" id="{48498039-2E11-4029-916B-A89907CFA73D}"/>
              </a:ext>
            </a:extLst>
          </p:cNvPr>
          <p:cNvSpPr/>
          <p:nvPr/>
        </p:nvSpPr>
        <p:spPr>
          <a:xfrm>
            <a:off x="4827394" y="2484515"/>
            <a:ext cx="678441" cy="31058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PROFINET</a:t>
            </a:r>
          </a:p>
          <a:p>
            <a:pPr algn="ctr"/>
            <a:r>
              <a:rPr lang="en-US" sz="800" spc="-1" dirty="0">
                <a:solidFill>
                  <a:srgbClr val="000000"/>
                </a:solidFill>
                <a:latin typeface="Arial"/>
              </a:rPr>
              <a:t>FW HAL</a:t>
            </a:r>
            <a:endParaRPr lang="en-IN" sz="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CustomShape 4">
            <a:extLst>
              <a:ext uri="{FF2B5EF4-FFF2-40B4-BE49-F238E27FC236}">
                <a16:creationId xmlns:a16="http://schemas.microsoft.com/office/drawing/2014/main" id="{FFADBA20-B845-4B87-A060-0D567C5D7B73}"/>
              </a:ext>
            </a:extLst>
          </p:cNvPr>
          <p:cNvSpPr/>
          <p:nvPr/>
        </p:nvSpPr>
        <p:spPr>
          <a:xfrm>
            <a:off x="2975706" y="2494076"/>
            <a:ext cx="476185" cy="314308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>
                <a:latin typeface="Arial"/>
              </a:rPr>
              <a:t>ICSS EMAC</a:t>
            </a:r>
            <a:endParaRPr lang="en-IN" sz="800" spc="-1" dirty="0">
              <a:latin typeface="Arial"/>
            </a:endParaRPr>
          </a:p>
        </p:txBody>
      </p:sp>
      <p:sp>
        <p:nvSpPr>
          <p:cNvPr id="66" name="CustomShape 15">
            <a:extLst>
              <a:ext uri="{FF2B5EF4-FFF2-40B4-BE49-F238E27FC236}">
                <a16:creationId xmlns:a16="http://schemas.microsoft.com/office/drawing/2014/main" id="{30D4B83C-0642-40F3-B58E-D7629B644E49}"/>
              </a:ext>
            </a:extLst>
          </p:cNvPr>
          <p:cNvSpPr/>
          <p:nvPr/>
        </p:nvSpPr>
        <p:spPr>
          <a:xfrm>
            <a:off x="2469415" y="2494076"/>
            <a:ext cx="473238" cy="33089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800" spc="-1" dirty="0" err="1">
                <a:solidFill>
                  <a:srgbClr val="FFFFFF"/>
                </a:solidFill>
                <a:latin typeface="Arial"/>
              </a:rPr>
              <a:t>Enet</a:t>
            </a:r>
            <a:r>
              <a:rPr lang="en-US" sz="800" spc="-1" dirty="0">
                <a:solidFill>
                  <a:srgbClr val="FFFFFF"/>
                </a:solidFill>
                <a:latin typeface="Arial"/>
              </a:rPr>
              <a:t> LLD</a:t>
            </a:r>
            <a:endParaRPr lang="en-IN" sz="800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698740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-new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fault Theme-new" id="{4B444CA8-5089-4C8C-A892-5383A8EDC2CD}" vid="{B9F702C9-368E-4FE6-9D0C-1E6C532F79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4092</TotalTime>
  <Words>523</Words>
  <Application>Microsoft Office PowerPoint</Application>
  <PresentationFormat>On-screen Show (16:9)</PresentationFormat>
  <Paragraphs>174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DejaVu Sans</vt:lpstr>
      <vt:lpstr>Default Theme-new</vt:lpstr>
      <vt:lpstr>Industrial Communications SDK | Component Mapping</vt:lpstr>
      <vt:lpstr>Industrial Communications SDK AM263x | Component Mapping</vt:lpstr>
      <vt:lpstr>Industrial Communications SDK AM263Px / AM261x | Component Mapping</vt:lpstr>
      <vt:lpstr>Industrial Communications SDK | Component Mapping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A, Naresh</dc:creator>
  <cp:lastModifiedBy>Dev, Archit</cp:lastModifiedBy>
  <cp:revision>296</cp:revision>
  <dcterms:created xsi:type="dcterms:W3CDTF">2022-12-15T05:15:20Z</dcterms:created>
  <dcterms:modified xsi:type="dcterms:W3CDTF">2024-12-20T10:03:21Z</dcterms:modified>
</cp:coreProperties>
</file>